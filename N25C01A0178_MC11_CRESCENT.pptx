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embeddedFontLst>
    <p:embeddedFont>
      <p:font typeface="Noto Sans SC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5j2ce2cAc3Kl3iI5mjzJnq42m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SC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NotoSansS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media.istockphoto.com/ddcd59d2b18fd5ae9371abbceb484b1d040227cf.jpg" id="13" name="Google Shape;13;p1"/>
          <p:cNvPicPr preferRelativeResize="0"/>
          <p:nvPr/>
        </p:nvPicPr>
        <p:blipFill rotWithShape="1">
          <a:blip r:embed="rId3">
            <a:alphaModFix amt="90000"/>
          </a:blip>
          <a:srcRect b="7813" l="0" r="0" t="7813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0" y="-1799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>
                  <a:alpha val="94901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5" name="Google Shape;15;p1"/>
          <p:cNvSpPr/>
          <p:nvPr/>
        </p:nvSpPr>
        <p:spPr>
          <a:xfrm>
            <a:off x="381000" y="6524625"/>
            <a:ext cx="28051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N25C01A0178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| Problem ID: MC-11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15109" y="318292"/>
            <a:ext cx="2057111" cy="491333"/>
          </a:xfrm>
          <a:custGeom>
            <a:rect b="b" l="l" r="r" t="t"/>
            <a:pathLst>
              <a:path extrusionOk="0" h="342900" w="1724025">
                <a:moveTo>
                  <a:pt x="171450" y="0"/>
                </a:moveTo>
                <a:lnTo>
                  <a:pt x="1552575" y="0"/>
                </a:lnTo>
                <a:cubicBezTo>
                  <a:pt x="1647201" y="0"/>
                  <a:pt x="1724025" y="76824"/>
                  <a:pt x="1724025" y="171450"/>
                </a:cubicBezTo>
                <a:lnTo>
                  <a:pt x="1724025" y="171450"/>
                </a:lnTo>
                <a:cubicBezTo>
                  <a:pt x="1724025" y="266076"/>
                  <a:pt x="1647201" y="342900"/>
                  <a:pt x="15525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589" y="238645"/>
            <a:ext cx="2234912" cy="632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152400" spcFirstLastPara="1" rIns="152400" wrap="square" tIns="762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Makers Conclave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885825"/>
            <a:ext cx="5715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AutoMark Rural: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Smart School Attendance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2752725"/>
            <a:ext cx="49720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5"/>
                </a:solidFill>
                <a:latin typeface="Noto Sans SC"/>
                <a:ea typeface="Noto Sans SC"/>
                <a:cs typeface="Noto Sans SC"/>
                <a:sym typeface="Noto Sans SC"/>
              </a:rPr>
              <a:t>Leveraging AI and Biometrics to Empower Rural Education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23900" y="3571876"/>
            <a:ext cx="4257675" cy="2867025"/>
          </a:xfrm>
          <a:custGeom>
            <a:rect b="b" l="l" r="r" t="t"/>
            <a:pathLst>
              <a:path extrusionOk="0" h="2867025" w="4257675">
                <a:moveTo>
                  <a:pt x="114308" y="0"/>
                </a:moveTo>
                <a:lnTo>
                  <a:pt x="4143367" y="0"/>
                </a:lnTo>
                <a:cubicBezTo>
                  <a:pt x="4206497" y="0"/>
                  <a:pt x="4257675" y="51178"/>
                  <a:pt x="4257675" y="114308"/>
                </a:cubicBezTo>
                <a:lnTo>
                  <a:pt x="4257675" y="2752717"/>
                </a:lnTo>
                <a:cubicBezTo>
                  <a:pt x="4257675" y="2815847"/>
                  <a:pt x="4206497" y="2867025"/>
                  <a:pt x="4143367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cap="flat" cmpd="sng" w="12700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00112" y="3866553"/>
            <a:ext cx="190500" cy="152400"/>
          </a:xfrm>
          <a:custGeom>
            <a:rect b="b" l="l" r="r" t="t"/>
            <a:pathLst>
              <a:path extrusionOk="0" h="152400" w="1905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205805" y="3829050"/>
            <a:ext cx="28519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Team Name	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E2C (Error To Clear)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00112" y="4219574"/>
            <a:ext cx="171450" cy="152400"/>
          </a:xfrm>
          <a:custGeom>
            <a:rect b="b" l="l" r="r" t="t"/>
            <a:pathLst>
              <a:path extrusionOk="0" h="152400" w="17145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0" y="28575"/>
                </a:lnTo>
                <a:close/>
                <a:moveTo>
                  <a:pt x="0" y="42863"/>
                </a:moveTo>
                <a:lnTo>
                  <a:pt x="171450" y="42863"/>
                </a:lnTo>
                <a:lnTo>
                  <a:pt x="171450" y="123825"/>
                </a:lnTo>
                <a:cubicBezTo>
                  <a:pt x="171450" y="134332"/>
                  <a:pt x="162907" y="142875"/>
                  <a:pt x="1524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2863"/>
                </a:lnTo>
                <a:close/>
                <a:moveTo>
                  <a:pt x="73610" y="123825"/>
                </a:moveTo>
                <a:cubicBezTo>
                  <a:pt x="79623" y="123825"/>
                  <a:pt x="84118" y="118050"/>
                  <a:pt x="80278" y="113407"/>
                </a:cubicBezTo>
                <a:cubicBezTo>
                  <a:pt x="75902" y="108139"/>
                  <a:pt x="69294" y="104775"/>
                  <a:pt x="61912" y="104775"/>
                </a:cubicBezTo>
                <a:lnTo>
                  <a:pt x="42863" y="104775"/>
                </a:lnTo>
                <a:cubicBezTo>
                  <a:pt x="35481" y="104775"/>
                  <a:pt x="28873" y="108139"/>
                  <a:pt x="24497" y="113407"/>
                </a:cubicBezTo>
                <a:cubicBezTo>
                  <a:pt x="20657" y="118050"/>
                  <a:pt x="25152" y="123825"/>
                  <a:pt x="31165" y="123825"/>
                </a:cubicBezTo>
                <a:lnTo>
                  <a:pt x="73581" y="123825"/>
                </a:lnTo>
                <a:close/>
                <a:moveTo>
                  <a:pt x="52388" y="92869"/>
                </a:moveTo>
                <a:cubicBezTo>
                  <a:pt x="61587" y="92869"/>
                  <a:pt x="69056" y="85400"/>
                  <a:pt x="69056" y="76200"/>
                </a:cubicBezTo>
                <a:cubicBezTo>
                  <a:pt x="69056" y="67000"/>
                  <a:pt x="61587" y="59531"/>
                  <a:pt x="52388" y="59531"/>
                </a:cubicBezTo>
                <a:cubicBezTo>
                  <a:pt x="43188" y="59531"/>
                  <a:pt x="35719" y="67000"/>
                  <a:pt x="35719" y="76200"/>
                </a:cubicBezTo>
                <a:cubicBezTo>
                  <a:pt x="35719" y="85400"/>
                  <a:pt x="43188" y="92869"/>
                  <a:pt x="52388" y="92869"/>
                </a:cubicBezTo>
                <a:close/>
                <a:moveTo>
                  <a:pt x="107156" y="61912"/>
                </a:moveTo>
                <a:cubicBezTo>
                  <a:pt x="103197" y="61912"/>
                  <a:pt x="100013" y="65097"/>
                  <a:pt x="100013" y="69056"/>
                </a:cubicBezTo>
                <a:cubicBezTo>
                  <a:pt x="100013" y="73015"/>
                  <a:pt x="103197" y="76200"/>
                  <a:pt x="107156" y="76200"/>
                </a:cubicBezTo>
                <a:lnTo>
                  <a:pt x="140494" y="76200"/>
                </a:lnTo>
                <a:cubicBezTo>
                  <a:pt x="144453" y="76200"/>
                  <a:pt x="147638" y="73015"/>
                  <a:pt x="147638" y="69056"/>
                </a:cubicBezTo>
                <a:cubicBezTo>
                  <a:pt x="147638" y="65097"/>
                  <a:pt x="144453" y="61912"/>
                  <a:pt x="140494" y="61912"/>
                </a:cubicBezTo>
                <a:lnTo>
                  <a:pt x="107156" y="61912"/>
                </a:lnTo>
                <a:close/>
                <a:moveTo>
                  <a:pt x="107156" y="90488"/>
                </a:moveTo>
                <a:cubicBezTo>
                  <a:pt x="103197" y="90488"/>
                  <a:pt x="100013" y="93672"/>
                  <a:pt x="100013" y="97631"/>
                </a:cubicBezTo>
                <a:cubicBezTo>
                  <a:pt x="100013" y="101590"/>
                  <a:pt x="103197" y="104775"/>
                  <a:pt x="107156" y="104775"/>
                </a:cubicBezTo>
                <a:lnTo>
                  <a:pt x="140494" y="104775"/>
                </a:lnTo>
                <a:cubicBezTo>
                  <a:pt x="144453" y="104775"/>
                  <a:pt x="147638" y="101590"/>
                  <a:pt x="147638" y="97631"/>
                </a:cubicBezTo>
                <a:cubicBezTo>
                  <a:pt x="147638" y="93672"/>
                  <a:pt x="144453" y="90488"/>
                  <a:pt x="140494" y="90488"/>
                </a:cubicBezTo>
                <a:lnTo>
                  <a:pt x="107156" y="90488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205804" y="4176712"/>
            <a:ext cx="313283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Team ID	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N25C01A0178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47736" y="4643437"/>
            <a:ext cx="133350" cy="152400"/>
          </a:xfrm>
          <a:custGeom>
            <a:rect b="b" l="l" r="r" t="t"/>
            <a:pathLst>
              <a:path extrusionOk="0" h="152400" w="13335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248041" y="4712494"/>
            <a:ext cx="361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Ajay R-N25C01A0176</a:t>
            </a:r>
            <a:endParaRPr/>
          </a:p>
          <a:p>
            <a:pPr indent="-17145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Gokula Krishnan V-N25C01A0096</a:t>
            </a:r>
            <a:endParaRPr/>
          </a:p>
          <a:p>
            <a:pPr indent="-17145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Santhosh Kumar A-N25C01A0105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47736" y="5420321"/>
            <a:ext cx="152400" cy="152400"/>
          </a:xfrm>
          <a:custGeom>
            <a:rect b="b" l="l" r="r" t="t"/>
            <a:pathLst>
              <a:path extrusionOk="0" h="152400" w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228725" y="5255418"/>
            <a:ext cx="35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College	:</a:t>
            </a: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85835" y="5762625"/>
            <a:ext cx="114300" cy="152400"/>
          </a:xfrm>
          <a:custGeom>
            <a:rect b="b" l="l" r="r" t="t"/>
            <a:pathLst>
              <a:path extrusionOk="0" h="152400" w="1143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186754" y="5717380"/>
            <a:ext cx="35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Problem ID	 :</a:t>
            </a:r>
            <a:r>
              <a:rPr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MC-11 ( Smart Attendance System 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228725" y="60007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2136276" y="5355728"/>
            <a:ext cx="26030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CRESCENT UNIVERSITY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35856" y="4537856"/>
            <a:ext cx="1273969" cy="31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Members	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66677" y="366677"/>
            <a:ext cx="11596150" cy="330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65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The Problem &amp; Proposed Solution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6677" y="770021"/>
            <a:ext cx="880024" cy="36668"/>
          </a:xfrm>
          <a:custGeom>
            <a:rect b="b" l="l" r="r" t="t"/>
            <a:pathLst>
              <a:path extrusionOk="0" h="36668" w="880024">
                <a:moveTo>
                  <a:pt x="18334" y="0"/>
                </a:moveTo>
                <a:lnTo>
                  <a:pt x="861690" y="0"/>
                </a:lnTo>
                <a:cubicBezTo>
                  <a:pt x="871816" y="0"/>
                  <a:pt x="880024" y="8208"/>
                  <a:pt x="880024" y="18334"/>
                </a:cubicBezTo>
                <a:lnTo>
                  <a:pt x="880024" y="18334"/>
                </a:lnTo>
                <a:cubicBezTo>
                  <a:pt x="880024" y="28459"/>
                  <a:pt x="871816" y="36668"/>
                  <a:pt x="861690" y="36668"/>
                </a:cubicBezTo>
                <a:lnTo>
                  <a:pt x="18334" y="36668"/>
                </a:lnTo>
                <a:cubicBezTo>
                  <a:pt x="8215" y="36668"/>
                  <a:pt x="0" y="28453"/>
                  <a:pt x="0" y="18334"/>
                </a:cubicBezTo>
                <a:lnTo>
                  <a:pt x="0" y="18334"/>
                </a:lnTo>
                <a:cubicBezTo>
                  <a:pt x="0" y="8215"/>
                  <a:pt x="8215" y="0"/>
                  <a:pt x="18334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85011" y="953359"/>
            <a:ext cx="5600986" cy="3593432"/>
          </a:xfrm>
          <a:custGeom>
            <a:rect b="b" l="l" r="r" t="t"/>
            <a:pathLst>
              <a:path extrusionOk="0" h="3593432" w="5600986">
                <a:moveTo>
                  <a:pt x="36668" y="0"/>
                </a:moveTo>
                <a:lnTo>
                  <a:pt x="5454303" y="0"/>
                </a:lnTo>
                <a:cubicBezTo>
                  <a:pt x="5535314" y="0"/>
                  <a:pt x="5600986" y="65673"/>
                  <a:pt x="5600986" y="146684"/>
                </a:cubicBezTo>
                <a:lnTo>
                  <a:pt x="5600986" y="3446748"/>
                </a:lnTo>
                <a:cubicBezTo>
                  <a:pt x="5600986" y="3527759"/>
                  <a:pt x="5535314" y="3593432"/>
                  <a:pt x="5454303" y="3593432"/>
                </a:cubicBezTo>
                <a:lnTo>
                  <a:pt x="36668" y="3593432"/>
                </a:lnTo>
                <a:cubicBezTo>
                  <a:pt x="16417" y="3593432"/>
                  <a:pt x="0" y="3577015"/>
                  <a:pt x="0" y="355676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7504" rotWithShape="0" algn="bl" dir="5400000" dist="9166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85011" y="953359"/>
            <a:ext cx="36668" cy="3593432"/>
          </a:xfrm>
          <a:custGeom>
            <a:rect b="b" l="l" r="r" t="t"/>
            <a:pathLst>
              <a:path extrusionOk="0" h="3593432" w="36668">
                <a:moveTo>
                  <a:pt x="36668" y="0"/>
                </a:moveTo>
                <a:lnTo>
                  <a:pt x="36668" y="0"/>
                </a:lnTo>
                <a:lnTo>
                  <a:pt x="36668" y="3593432"/>
                </a:lnTo>
                <a:lnTo>
                  <a:pt x="36668" y="3593432"/>
                </a:lnTo>
                <a:cubicBezTo>
                  <a:pt x="16417" y="3593432"/>
                  <a:pt x="0" y="3577015"/>
                  <a:pt x="0" y="355676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86683" y="1136698"/>
            <a:ext cx="366677" cy="366677"/>
          </a:xfrm>
          <a:custGeom>
            <a:rect b="b" l="l" r="r" t="t"/>
            <a:pathLst>
              <a:path extrusionOk="0" h="366677" w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FF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89811" y="1237534"/>
            <a:ext cx="165005" cy="165005"/>
          </a:xfrm>
          <a:custGeom>
            <a:rect b="b" l="l" r="r" t="t"/>
            <a:pathLst>
              <a:path extrusionOk="0" h="165005" w="165005">
                <a:moveTo>
                  <a:pt x="82502" y="0"/>
                </a:moveTo>
                <a:cubicBezTo>
                  <a:pt x="87240" y="0"/>
                  <a:pt x="91590" y="2610"/>
                  <a:pt x="93846" y="6768"/>
                </a:cubicBezTo>
                <a:lnTo>
                  <a:pt x="163458" y="135678"/>
                </a:lnTo>
                <a:cubicBezTo>
                  <a:pt x="165617" y="139674"/>
                  <a:pt x="165520" y="144508"/>
                  <a:pt x="163200" y="148407"/>
                </a:cubicBezTo>
                <a:cubicBezTo>
                  <a:pt x="160879" y="152307"/>
                  <a:pt x="156658" y="154692"/>
                  <a:pt x="152114" y="154692"/>
                </a:cubicBezTo>
                <a:lnTo>
                  <a:pt x="12891" y="154692"/>
                </a:lnTo>
                <a:cubicBezTo>
                  <a:pt x="8347" y="154692"/>
                  <a:pt x="4157" y="152307"/>
                  <a:pt x="1805" y="148407"/>
                </a:cubicBezTo>
                <a:cubicBezTo>
                  <a:pt x="-548" y="144508"/>
                  <a:pt x="-612" y="139674"/>
                  <a:pt x="1547" y="135678"/>
                </a:cubicBezTo>
                <a:lnTo>
                  <a:pt x="71158" y="6768"/>
                </a:lnTo>
                <a:cubicBezTo>
                  <a:pt x="73414" y="2610"/>
                  <a:pt x="77765" y="0"/>
                  <a:pt x="82502" y="0"/>
                </a:cubicBezTo>
                <a:close/>
                <a:moveTo>
                  <a:pt x="82502" y="54142"/>
                </a:moveTo>
                <a:cubicBezTo>
                  <a:pt x="78216" y="54142"/>
                  <a:pt x="74768" y="57590"/>
                  <a:pt x="74768" y="61877"/>
                </a:cubicBezTo>
                <a:lnTo>
                  <a:pt x="74768" y="97971"/>
                </a:lnTo>
                <a:cubicBezTo>
                  <a:pt x="74768" y="102258"/>
                  <a:pt x="78216" y="105706"/>
                  <a:pt x="82502" y="105706"/>
                </a:cubicBezTo>
                <a:cubicBezTo>
                  <a:pt x="86789" y="105706"/>
                  <a:pt x="90237" y="102258"/>
                  <a:pt x="90237" y="97971"/>
                </a:cubicBezTo>
                <a:lnTo>
                  <a:pt x="90237" y="61877"/>
                </a:lnTo>
                <a:cubicBezTo>
                  <a:pt x="90237" y="57590"/>
                  <a:pt x="86789" y="54142"/>
                  <a:pt x="82502" y="54142"/>
                </a:cubicBezTo>
                <a:close/>
                <a:moveTo>
                  <a:pt x="91107" y="123753"/>
                </a:moveTo>
                <a:cubicBezTo>
                  <a:pt x="91303" y="120559"/>
                  <a:pt x="89710" y="117521"/>
                  <a:pt x="86972" y="115864"/>
                </a:cubicBezTo>
                <a:cubicBezTo>
                  <a:pt x="84234" y="114208"/>
                  <a:pt x="80803" y="114208"/>
                  <a:pt x="78065" y="115864"/>
                </a:cubicBezTo>
                <a:cubicBezTo>
                  <a:pt x="75327" y="117521"/>
                  <a:pt x="73734" y="120559"/>
                  <a:pt x="73930" y="123753"/>
                </a:cubicBezTo>
                <a:cubicBezTo>
                  <a:pt x="73734" y="126947"/>
                  <a:pt x="75327" y="129986"/>
                  <a:pt x="78065" y="131642"/>
                </a:cubicBezTo>
                <a:cubicBezTo>
                  <a:pt x="80803" y="133299"/>
                  <a:pt x="84234" y="133299"/>
                  <a:pt x="86972" y="131642"/>
                </a:cubicBezTo>
                <a:cubicBezTo>
                  <a:pt x="89710" y="129986"/>
                  <a:pt x="91303" y="126947"/>
                  <a:pt x="91107" y="123753"/>
                </a:cubicBezTo>
                <a:close/>
              </a:path>
            </a:pathLst>
          </a:custGeom>
          <a:solidFill>
            <a:srgbClr val="E700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063362" y="1191699"/>
            <a:ext cx="1650045" cy="256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4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THE 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86683" y="1650045"/>
            <a:ext cx="5289311" cy="47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5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Manual attendance in rural schools creates significant administrative burdens and data integrity issues.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86683" y="2319230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96686" y="2420066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81480" y="2502568"/>
            <a:ext cx="128337" cy="128337"/>
          </a:xfrm>
          <a:custGeom>
            <a:rect b="b" l="l" r="r" t="t"/>
            <a:pathLst>
              <a:path extrusionOk="0" h="128337" w="128337">
                <a:moveTo>
                  <a:pt x="64168" y="0"/>
                </a:moveTo>
                <a:cubicBezTo>
                  <a:pt x="99584" y="0"/>
                  <a:pt x="128337" y="28753"/>
                  <a:pt x="128337" y="64168"/>
                </a:cubicBezTo>
                <a:cubicBezTo>
                  <a:pt x="128337" y="99584"/>
                  <a:pt x="99584" y="128337"/>
                  <a:pt x="64168" y="128337"/>
                </a:cubicBezTo>
                <a:cubicBezTo>
                  <a:pt x="28753" y="128337"/>
                  <a:pt x="0" y="99584"/>
                  <a:pt x="0" y="64168"/>
                </a:cubicBezTo>
                <a:cubicBezTo>
                  <a:pt x="0" y="28753"/>
                  <a:pt x="28753" y="0"/>
                  <a:pt x="64168" y="0"/>
                </a:cubicBezTo>
                <a:close/>
                <a:moveTo>
                  <a:pt x="58153" y="30079"/>
                </a:moveTo>
                <a:lnTo>
                  <a:pt x="58153" y="64168"/>
                </a:lnTo>
                <a:cubicBezTo>
                  <a:pt x="58153" y="66174"/>
                  <a:pt x="59155" y="68054"/>
                  <a:pt x="60835" y="69182"/>
                </a:cubicBezTo>
                <a:lnTo>
                  <a:pt x="84898" y="85224"/>
                </a:lnTo>
                <a:cubicBezTo>
                  <a:pt x="87655" y="87079"/>
                  <a:pt x="91390" y="86327"/>
                  <a:pt x="93245" y="83544"/>
                </a:cubicBezTo>
                <a:cubicBezTo>
                  <a:pt x="95100" y="80762"/>
                  <a:pt x="94348" y="77052"/>
                  <a:pt x="91565" y="75197"/>
                </a:cubicBezTo>
                <a:lnTo>
                  <a:pt x="70184" y="60960"/>
                </a:lnTo>
                <a:lnTo>
                  <a:pt x="70184" y="30079"/>
                </a:lnTo>
                <a:cubicBezTo>
                  <a:pt x="70184" y="26745"/>
                  <a:pt x="67502" y="24063"/>
                  <a:pt x="64168" y="24063"/>
                </a:cubicBezTo>
                <a:cubicBezTo>
                  <a:pt x="60835" y="24063"/>
                  <a:pt x="58153" y="26745"/>
                  <a:pt x="58153" y="300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109197" y="2365064"/>
            <a:ext cx="4170947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 HIGH TEACHER WORKLOAD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44790" y="2603404"/>
            <a:ext cx="4290117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Manual roll calls waste 15-20 minutes of valuable instructional time daily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86683" y="3006749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96686" y="3153420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81480" y="3235922"/>
            <a:ext cx="128337" cy="128337"/>
          </a:xfrm>
          <a:custGeom>
            <a:rect b="b" l="l" r="r" t="t"/>
            <a:pathLst>
              <a:path extrusionOk="0" h="128337" w="128337">
                <a:moveTo>
                  <a:pt x="16042" y="16042"/>
                </a:moveTo>
                <a:cubicBezTo>
                  <a:pt x="16042" y="11605"/>
                  <a:pt x="12458" y="8021"/>
                  <a:pt x="8021" y="8021"/>
                </a:cubicBezTo>
                <a:cubicBezTo>
                  <a:pt x="3584" y="8021"/>
                  <a:pt x="0" y="11605"/>
                  <a:pt x="0" y="16042"/>
                </a:cubicBezTo>
                <a:lnTo>
                  <a:pt x="0" y="100263"/>
                </a:lnTo>
                <a:cubicBezTo>
                  <a:pt x="0" y="111342"/>
                  <a:pt x="8974" y="120316"/>
                  <a:pt x="20053" y="120316"/>
                </a:cubicBezTo>
                <a:lnTo>
                  <a:pt x="120316" y="120316"/>
                </a:lnTo>
                <a:cubicBezTo>
                  <a:pt x="124752" y="120316"/>
                  <a:pt x="128337" y="116731"/>
                  <a:pt x="128337" y="112295"/>
                </a:cubicBezTo>
                <a:cubicBezTo>
                  <a:pt x="128337" y="107858"/>
                  <a:pt x="124752" y="104274"/>
                  <a:pt x="120316" y="104274"/>
                </a:cubicBezTo>
                <a:lnTo>
                  <a:pt x="20053" y="104274"/>
                </a:lnTo>
                <a:cubicBezTo>
                  <a:pt x="17847" y="104274"/>
                  <a:pt x="16042" y="102469"/>
                  <a:pt x="16042" y="100263"/>
                </a:cubicBezTo>
                <a:lnTo>
                  <a:pt x="16042" y="16042"/>
                </a:lnTo>
                <a:close/>
                <a:moveTo>
                  <a:pt x="117960" y="37749"/>
                </a:moveTo>
                <a:cubicBezTo>
                  <a:pt x="121093" y="34616"/>
                  <a:pt x="121093" y="29527"/>
                  <a:pt x="117960" y="26394"/>
                </a:cubicBezTo>
                <a:cubicBezTo>
                  <a:pt x="114826" y="23261"/>
                  <a:pt x="109738" y="23261"/>
                  <a:pt x="106605" y="26394"/>
                </a:cubicBezTo>
                <a:lnTo>
                  <a:pt x="80211" y="52814"/>
                </a:lnTo>
                <a:lnTo>
                  <a:pt x="65823" y="38451"/>
                </a:lnTo>
                <a:cubicBezTo>
                  <a:pt x="62690" y="35318"/>
                  <a:pt x="57601" y="35318"/>
                  <a:pt x="54468" y="38451"/>
                </a:cubicBezTo>
                <a:lnTo>
                  <a:pt x="30405" y="62514"/>
                </a:lnTo>
                <a:cubicBezTo>
                  <a:pt x="27272" y="65647"/>
                  <a:pt x="27272" y="70736"/>
                  <a:pt x="30405" y="73869"/>
                </a:cubicBezTo>
                <a:cubicBezTo>
                  <a:pt x="33538" y="77002"/>
                  <a:pt x="38626" y="77002"/>
                  <a:pt x="41760" y="73869"/>
                </a:cubicBezTo>
                <a:lnTo>
                  <a:pt x="60158" y="55471"/>
                </a:lnTo>
                <a:lnTo>
                  <a:pt x="74546" y="69858"/>
                </a:lnTo>
                <a:cubicBezTo>
                  <a:pt x="77679" y="72992"/>
                  <a:pt x="82767" y="72992"/>
                  <a:pt x="85900" y="69858"/>
                </a:cubicBezTo>
                <a:lnTo>
                  <a:pt x="117985" y="377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82842" y="3043417"/>
            <a:ext cx="4170947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 DATA INACCURACY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09197" y="3281757"/>
            <a:ext cx="4427621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 Error rates in manual records can be as high as 20%, affecting reporting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86683" y="3740102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96686" y="3886773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73459" y="3969275"/>
            <a:ext cx="144379" cy="128337"/>
          </a:xfrm>
          <a:custGeom>
            <a:rect b="b" l="l" r="r" t="t"/>
            <a:pathLst>
              <a:path extrusionOk="0" h="128337" w="144379">
                <a:moveTo>
                  <a:pt x="72189" y="24063"/>
                </a:moveTo>
                <a:cubicBezTo>
                  <a:pt x="49405" y="24063"/>
                  <a:pt x="28776" y="33087"/>
                  <a:pt x="13611" y="47775"/>
                </a:cubicBezTo>
                <a:cubicBezTo>
                  <a:pt x="10427" y="50858"/>
                  <a:pt x="5339" y="50783"/>
                  <a:pt x="2281" y="47600"/>
                </a:cubicBezTo>
                <a:cubicBezTo>
                  <a:pt x="-777" y="44417"/>
                  <a:pt x="-727" y="39328"/>
                  <a:pt x="2456" y="36270"/>
                </a:cubicBezTo>
                <a:cubicBezTo>
                  <a:pt x="20479" y="18774"/>
                  <a:pt x="45093" y="8021"/>
                  <a:pt x="72189" y="8021"/>
                </a:cubicBezTo>
                <a:cubicBezTo>
                  <a:pt x="99286" y="8021"/>
                  <a:pt x="123900" y="18774"/>
                  <a:pt x="141948" y="36270"/>
                </a:cubicBezTo>
                <a:cubicBezTo>
                  <a:pt x="145131" y="39353"/>
                  <a:pt x="145206" y="44442"/>
                  <a:pt x="142123" y="47600"/>
                </a:cubicBezTo>
                <a:cubicBezTo>
                  <a:pt x="139040" y="50758"/>
                  <a:pt x="133952" y="50858"/>
                  <a:pt x="130793" y="47775"/>
                </a:cubicBezTo>
                <a:cubicBezTo>
                  <a:pt x="115603" y="33087"/>
                  <a:pt x="94974" y="24063"/>
                  <a:pt x="72189" y="24063"/>
                </a:cubicBezTo>
                <a:close/>
                <a:moveTo>
                  <a:pt x="60158" y="108284"/>
                </a:moveTo>
                <a:cubicBezTo>
                  <a:pt x="60158" y="101644"/>
                  <a:pt x="65549" y="96253"/>
                  <a:pt x="72189" y="96253"/>
                </a:cubicBezTo>
                <a:cubicBezTo>
                  <a:pt x="78830" y="96253"/>
                  <a:pt x="84221" y="101644"/>
                  <a:pt x="84221" y="108284"/>
                </a:cubicBezTo>
                <a:cubicBezTo>
                  <a:pt x="84221" y="114925"/>
                  <a:pt x="78830" y="120316"/>
                  <a:pt x="72189" y="120316"/>
                </a:cubicBezTo>
                <a:cubicBezTo>
                  <a:pt x="65549" y="120316"/>
                  <a:pt x="60158" y="114925"/>
                  <a:pt x="60158" y="108284"/>
                </a:cubicBezTo>
                <a:close/>
                <a:moveTo>
                  <a:pt x="42111" y="81765"/>
                </a:moveTo>
                <a:cubicBezTo>
                  <a:pt x="39178" y="85098"/>
                  <a:pt x="34115" y="85399"/>
                  <a:pt x="30781" y="82466"/>
                </a:cubicBezTo>
                <a:cubicBezTo>
                  <a:pt x="27447" y="79534"/>
                  <a:pt x="27146" y="74470"/>
                  <a:pt x="30079" y="71137"/>
                </a:cubicBezTo>
                <a:cubicBezTo>
                  <a:pt x="40356" y="59506"/>
                  <a:pt x="55420" y="52137"/>
                  <a:pt x="72189" y="52137"/>
                </a:cubicBezTo>
                <a:cubicBezTo>
                  <a:pt x="88958" y="52137"/>
                  <a:pt x="104023" y="59506"/>
                  <a:pt x="114300" y="71137"/>
                </a:cubicBezTo>
                <a:cubicBezTo>
                  <a:pt x="117233" y="74470"/>
                  <a:pt x="116907" y="79534"/>
                  <a:pt x="113598" y="82466"/>
                </a:cubicBezTo>
                <a:cubicBezTo>
                  <a:pt x="110289" y="85399"/>
                  <a:pt x="105201" y="85073"/>
                  <a:pt x="102268" y="81765"/>
                </a:cubicBezTo>
                <a:cubicBezTo>
                  <a:pt x="94899" y="73418"/>
                  <a:pt x="84171" y="68179"/>
                  <a:pt x="72189" y="68179"/>
                </a:cubicBezTo>
                <a:cubicBezTo>
                  <a:pt x="60208" y="68179"/>
                  <a:pt x="49480" y="73418"/>
                  <a:pt x="42111" y="817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108939" y="3831771"/>
            <a:ext cx="3850105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CONNECTIVITY BARRIERS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41283" y="4063979"/>
            <a:ext cx="3977366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Poor internet precludes standard cloud-based attendance systems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223263" y="953359"/>
            <a:ext cx="5600986" cy="3593432"/>
          </a:xfrm>
          <a:custGeom>
            <a:rect b="b" l="l" r="r" t="t"/>
            <a:pathLst>
              <a:path extrusionOk="0" h="3593432" w="5600986">
                <a:moveTo>
                  <a:pt x="36668" y="0"/>
                </a:moveTo>
                <a:lnTo>
                  <a:pt x="5454303" y="0"/>
                </a:lnTo>
                <a:cubicBezTo>
                  <a:pt x="5535314" y="0"/>
                  <a:pt x="5600986" y="65673"/>
                  <a:pt x="5600986" y="146684"/>
                </a:cubicBezTo>
                <a:lnTo>
                  <a:pt x="5600986" y="3446748"/>
                </a:lnTo>
                <a:cubicBezTo>
                  <a:pt x="5600986" y="3527759"/>
                  <a:pt x="5535314" y="3593432"/>
                  <a:pt x="5454303" y="3593432"/>
                </a:cubicBezTo>
                <a:lnTo>
                  <a:pt x="36668" y="3593432"/>
                </a:lnTo>
                <a:cubicBezTo>
                  <a:pt x="16417" y="3593432"/>
                  <a:pt x="0" y="3577015"/>
                  <a:pt x="0" y="355676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7504" rotWithShape="0" algn="bl" dir="5400000" dist="9166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223263" y="953359"/>
            <a:ext cx="36668" cy="3593432"/>
          </a:xfrm>
          <a:custGeom>
            <a:rect b="b" l="l" r="r" t="t"/>
            <a:pathLst>
              <a:path extrusionOk="0" h="3593432" w="36668">
                <a:moveTo>
                  <a:pt x="36668" y="0"/>
                </a:moveTo>
                <a:lnTo>
                  <a:pt x="36668" y="0"/>
                </a:lnTo>
                <a:lnTo>
                  <a:pt x="36668" y="3593432"/>
                </a:lnTo>
                <a:lnTo>
                  <a:pt x="36668" y="3593432"/>
                </a:lnTo>
                <a:cubicBezTo>
                  <a:pt x="16417" y="3593432"/>
                  <a:pt x="0" y="3577015"/>
                  <a:pt x="0" y="355676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24935" y="1136698"/>
            <a:ext cx="366677" cy="366677"/>
          </a:xfrm>
          <a:custGeom>
            <a:rect b="b" l="l" r="r" t="t"/>
            <a:pathLst>
              <a:path extrusionOk="0" h="366677" w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548688" y="1237534"/>
            <a:ext cx="123753" cy="165005"/>
          </a:xfrm>
          <a:custGeom>
            <a:rect b="b" l="l" r="r" t="t"/>
            <a:pathLst>
              <a:path extrusionOk="0" h="165005" w="123753">
                <a:moveTo>
                  <a:pt x="94394" y="123753"/>
                </a:moveTo>
                <a:cubicBezTo>
                  <a:pt x="96747" y="116567"/>
                  <a:pt x="101452" y="110057"/>
                  <a:pt x="106770" y="104449"/>
                </a:cubicBezTo>
                <a:cubicBezTo>
                  <a:pt x="117308" y="93363"/>
                  <a:pt x="123753" y="78377"/>
                  <a:pt x="123753" y="61877"/>
                </a:cubicBezTo>
                <a:cubicBezTo>
                  <a:pt x="123753" y="27716"/>
                  <a:pt x="96038" y="0"/>
                  <a:pt x="61877" y="0"/>
                </a:cubicBezTo>
                <a:cubicBezTo>
                  <a:pt x="27716" y="0"/>
                  <a:pt x="0" y="27716"/>
                  <a:pt x="0" y="61877"/>
                </a:cubicBezTo>
                <a:cubicBezTo>
                  <a:pt x="0" y="78377"/>
                  <a:pt x="6445" y="93363"/>
                  <a:pt x="16984" y="104449"/>
                </a:cubicBezTo>
                <a:cubicBezTo>
                  <a:pt x="22301" y="110057"/>
                  <a:pt x="27039" y="116567"/>
                  <a:pt x="29359" y="123753"/>
                </a:cubicBezTo>
                <a:lnTo>
                  <a:pt x="94362" y="123753"/>
                </a:lnTo>
                <a:close/>
                <a:moveTo>
                  <a:pt x="92815" y="139223"/>
                </a:moveTo>
                <a:lnTo>
                  <a:pt x="30938" y="139223"/>
                </a:lnTo>
                <a:lnTo>
                  <a:pt x="30938" y="144379"/>
                </a:lnTo>
                <a:cubicBezTo>
                  <a:pt x="30938" y="158623"/>
                  <a:pt x="42476" y="170161"/>
                  <a:pt x="56720" y="170161"/>
                </a:cubicBezTo>
                <a:lnTo>
                  <a:pt x="67033" y="170161"/>
                </a:lnTo>
                <a:cubicBezTo>
                  <a:pt x="81278" y="170161"/>
                  <a:pt x="92815" y="158623"/>
                  <a:pt x="92815" y="144379"/>
                </a:cubicBezTo>
                <a:lnTo>
                  <a:pt x="92815" y="139223"/>
                </a:lnTo>
                <a:close/>
                <a:moveTo>
                  <a:pt x="59298" y="36095"/>
                </a:moveTo>
                <a:cubicBezTo>
                  <a:pt x="46472" y="36095"/>
                  <a:pt x="36095" y="46472"/>
                  <a:pt x="36095" y="59298"/>
                </a:cubicBezTo>
                <a:cubicBezTo>
                  <a:pt x="36095" y="63585"/>
                  <a:pt x="32646" y="67033"/>
                  <a:pt x="28360" y="67033"/>
                </a:cubicBezTo>
                <a:cubicBezTo>
                  <a:pt x="24074" y="67033"/>
                  <a:pt x="20626" y="63585"/>
                  <a:pt x="20626" y="59298"/>
                </a:cubicBezTo>
                <a:cubicBezTo>
                  <a:pt x="20626" y="37932"/>
                  <a:pt x="37932" y="20626"/>
                  <a:pt x="59298" y="20626"/>
                </a:cubicBezTo>
                <a:cubicBezTo>
                  <a:pt x="63585" y="20626"/>
                  <a:pt x="67033" y="24074"/>
                  <a:pt x="67033" y="28360"/>
                </a:cubicBezTo>
                <a:cubicBezTo>
                  <a:pt x="67033" y="32646"/>
                  <a:pt x="63585" y="36095"/>
                  <a:pt x="59298" y="36095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901614" y="1191699"/>
            <a:ext cx="1457540" cy="256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4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THE SOLUTION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424935" y="1650045"/>
            <a:ext cx="5289311" cy="47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5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An offline-first, affordable automated attendance system using AI Face Recognition OR Fingerprint Biometrics.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424935" y="2291729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534938" y="2420066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619732" y="2502568"/>
            <a:ext cx="128337" cy="128337"/>
          </a:xfrm>
          <a:custGeom>
            <a:rect b="b" l="l" r="r" t="t"/>
            <a:pathLst>
              <a:path extrusionOk="0" h="128337" w="128337">
                <a:moveTo>
                  <a:pt x="32084" y="80211"/>
                </a:moveTo>
                <a:lnTo>
                  <a:pt x="6141" y="80211"/>
                </a:lnTo>
                <a:cubicBezTo>
                  <a:pt x="-100" y="80211"/>
                  <a:pt x="-3935" y="73418"/>
                  <a:pt x="-727" y="68054"/>
                </a:cubicBezTo>
                <a:lnTo>
                  <a:pt x="12533" y="45946"/>
                </a:lnTo>
                <a:cubicBezTo>
                  <a:pt x="14714" y="42311"/>
                  <a:pt x="18624" y="40105"/>
                  <a:pt x="22860" y="40105"/>
                </a:cubicBezTo>
                <a:lnTo>
                  <a:pt x="46672" y="40105"/>
                </a:lnTo>
                <a:cubicBezTo>
                  <a:pt x="65748" y="7795"/>
                  <a:pt x="94197" y="6166"/>
                  <a:pt x="113222" y="8948"/>
                </a:cubicBezTo>
                <a:cubicBezTo>
                  <a:pt x="116431" y="9425"/>
                  <a:pt x="118937" y="11931"/>
                  <a:pt x="119388" y="15115"/>
                </a:cubicBezTo>
                <a:cubicBezTo>
                  <a:pt x="122171" y="34140"/>
                  <a:pt x="120541" y="62589"/>
                  <a:pt x="88232" y="81664"/>
                </a:cubicBezTo>
                <a:lnTo>
                  <a:pt x="88232" y="105477"/>
                </a:lnTo>
                <a:cubicBezTo>
                  <a:pt x="88232" y="109713"/>
                  <a:pt x="86026" y="113623"/>
                  <a:pt x="82391" y="115804"/>
                </a:cubicBezTo>
                <a:lnTo>
                  <a:pt x="60283" y="129064"/>
                </a:lnTo>
                <a:cubicBezTo>
                  <a:pt x="54944" y="132272"/>
                  <a:pt x="48126" y="128412"/>
                  <a:pt x="48126" y="122196"/>
                </a:cubicBezTo>
                <a:lnTo>
                  <a:pt x="48126" y="96253"/>
                </a:lnTo>
                <a:cubicBezTo>
                  <a:pt x="48126" y="87404"/>
                  <a:pt x="40932" y="80211"/>
                  <a:pt x="32084" y="80211"/>
                </a:cubicBezTo>
                <a:lnTo>
                  <a:pt x="32059" y="80211"/>
                </a:lnTo>
                <a:close/>
                <a:moveTo>
                  <a:pt x="100263" y="40105"/>
                </a:moveTo>
                <a:cubicBezTo>
                  <a:pt x="100263" y="33465"/>
                  <a:pt x="94872" y="28074"/>
                  <a:pt x="88232" y="28074"/>
                </a:cubicBezTo>
                <a:cubicBezTo>
                  <a:pt x="81591" y="28074"/>
                  <a:pt x="76200" y="33465"/>
                  <a:pt x="76200" y="40105"/>
                </a:cubicBezTo>
                <a:cubicBezTo>
                  <a:pt x="76200" y="46746"/>
                  <a:pt x="81591" y="52137"/>
                  <a:pt x="88232" y="52137"/>
                </a:cubicBezTo>
                <a:cubicBezTo>
                  <a:pt x="94872" y="52137"/>
                  <a:pt x="100263" y="46746"/>
                  <a:pt x="100263" y="4010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978057" y="2355898"/>
            <a:ext cx="4042611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SIGNIFICANT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985355" y="2603404"/>
            <a:ext cx="4168470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Reduces attendance time from 15 min to under 2 min (87% reduction)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424935" y="3006749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534938" y="3153420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627753" y="3235922"/>
            <a:ext cx="112295" cy="128337"/>
          </a:xfrm>
          <a:custGeom>
            <a:rect b="b" l="l" r="r" t="t"/>
            <a:pathLst>
              <a:path extrusionOk="0" h="128337" w="112295">
                <a:moveTo>
                  <a:pt x="0" y="16042"/>
                </a:moveTo>
                <a:cubicBezTo>
                  <a:pt x="0" y="11605"/>
                  <a:pt x="3584" y="8021"/>
                  <a:pt x="8021" y="8021"/>
                </a:cubicBezTo>
                <a:lnTo>
                  <a:pt x="28074" y="8021"/>
                </a:lnTo>
                <a:cubicBezTo>
                  <a:pt x="48001" y="8021"/>
                  <a:pt x="64168" y="24188"/>
                  <a:pt x="64168" y="44116"/>
                </a:cubicBezTo>
                <a:cubicBezTo>
                  <a:pt x="64168" y="57727"/>
                  <a:pt x="56649" y="69558"/>
                  <a:pt x="45519" y="75724"/>
                </a:cubicBezTo>
                <a:lnTo>
                  <a:pt x="55796" y="109989"/>
                </a:lnTo>
                <a:cubicBezTo>
                  <a:pt x="57075" y="114225"/>
                  <a:pt x="54668" y="118712"/>
                  <a:pt x="50407" y="119965"/>
                </a:cubicBezTo>
                <a:cubicBezTo>
                  <a:pt x="46146" y="121218"/>
                  <a:pt x="41684" y="118837"/>
                  <a:pt x="40431" y="114576"/>
                </a:cubicBezTo>
                <a:lnTo>
                  <a:pt x="30104" y="80160"/>
                </a:lnTo>
                <a:cubicBezTo>
                  <a:pt x="29427" y="80185"/>
                  <a:pt x="28750" y="80211"/>
                  <a:pt x="28074" y="80211"/>
                </a:cubicBezTo>
                <a:lnTo>
                  <a:pt x="16042" y="80211"/>
                </a:lnTo>
                <a:lnTo>
                  <a:pt x="16042" y="112295"/>
                </a:lnTo>
                <a:cubicBezTo>
                  <a:pt x="16042" y="116731"/>
                  <a:pt x="12458" y="120316"/>
                  <a:pt x="8021" y="120316"/>
                </a:cubicBezTo>
                <a:cubicBezTo>
                  <a:pt x="3584" y="120316"/>
                  <a:pt x="0" y="116731"/>
                  <a:pt x="0" y="112295"/>
                </a:cubicBezTo>
                <a:lnTo>
                  <a:pt x="0" y="16042"/>
                </a:lnTo>
                <a:close/>
                <a:moveTo>
                  <a:pt x="16042" y="64168"/>
                </a:moveTo>
                <a:lnTo>
                  <a:pt x="28074" y="64168"/>
                </a:lnTo>
                <a:cubicBezTo>
                  <a:pt x="39153" y="64168"/>
                  <a:pt x="48126" y="55195"/>
                  <a:pt x="48126" y="44116"/>
                </a:cubicBezTo>
                <a:cubicBezTo>
                  <a:pt x="48126" y="33037"/>
                  <a:pt x="39153" y="24063"/>
                  <a:pt x="28074" y="24063"/>
                </a:cubicBezTo>
                <a:lnTo>
                  <a:pt x="16042" y="24063"/>
                </a:lnTo>
                <a:lnTo>
                  <a:pt x="16042" y="64168"/>
                </a:lnTo>
                <a:close/>
                <a:moveTo>
                  <a:pt x="87505" y="56147"/>
                </a:moveTo>
                <a:lnTo>
                  <a:pt x="96253" y="56147"/>
                </a:lnTo>
                <a:cubicBezTo>
                  <a:pt x="100689" y="56147"/>
                  <a:pt x="104274" y="59732"/>
                  <a:pt x="104274" y="64168"/>
                </a:cubicBezTo>
                <a:cubicBezTo>
                  <a:pt x="104274" y="68605"/>
                  <a:pt x="100689" y="72189"/>
                  <a:pt x="96253" y="72189"/>
                </a:cubicBezTo>
                <a:lnTo>
                  <a:pt x="87505" y="72189"/>
                </a:lnTo>
                <a:cubicBezTo>
                  <a:pt x="85700" y="72189"/>
                  <a:pt x="84221" y="73668"/>
                  <a:pt x="84221" y="75473"/>
                </a:cubicBezTo>
                <a:cubicBezTo>
                  <a:pt x="84221" y="76902"/>
                  <a:pt x="85148" y="78155"/>
                  <a:pt x="86502" y="78606"/>
                </a:cubicBezTo>
                <a:lnTo>
                  <a:pt x="98885" y="82592"/>
                </a:lnTo>
                <a:cubicBezTo>
                  <a:pt x="106881" y="85174"/>
                  <a:pt x="112295" y="92593"/>
                  <a:pt x="112295" y="100990"/>
                </a:cubicBezTo>
                <a:cubicBezTo>
                  <a:pt x="112295" y="111668"/>
                  <a:pt x="103647" y="120316"/>
                  <a:pt x="92969" y="120316"/>
                </a:cubicBezTo>
                <a:lnTo>
                  <a:pt x="80211" y="120316"/>
                </a:lnTo>
                <a:cubicBezTo>
                  <a:pt x="75774" y="120316"/>
                  <a:pt x="72189" y="116731"/>
                  <a:pt x="72189" y="112295"/>
                </a:cubicBezTo>
                <a:cubicBezTo>
                  <a:pt x="72189" y="107858"/>
                  <a:pt x="75774" y="104274"/>
                  <a:pt x="80211" y="104274"/>
                </a:cubicBezTo>
                <a:lnTo>
                  <a:pt x="92969" y="104274"/>
                </a:lnTo>
                <a:cubicBezTo>
                  <a:pt x="94774" y="104274"/>
                  <a:pt x="96253" y="102795"/>
                  <a:pt x="96253" y="100990"/>
                </a:cubicBezTo>
                <a:cubicBezTo>
                  <a:pt x="96253" y="99561"/>
                  <a:pt x="95325" y="98308"/>
                  <a:pt x="93972" y="97857"/>
                </a:cubicBezTo>
                <a:lnTo>
                  <a:pt x="81589" y="93871"/>
                </a:lnTo>
                <a:cubicBezTo>
                  <a:pt x="73593" y="91290"/>
                  <a:pt x="68179" y="83870"/>
                  <a:pt x="68179" y="75473"/>
                </a:cubicBezTo>
                <a:cubicBezTo>
                  <a:pt x="68179" y="64795"/>
                  <a:pt x="76827" y="56147"/>
                  <a:pt x="87505" y="561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978057" y="3043417"/>
            <a:ext cx="4033444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COST-EFFECTIVE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993397" y="3278319"/>
            <a:ext cx="4188042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Total system cost under ₹10,000 per unit - affordable for rural schools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24935" y="3740102"/>
            <a:ext cx="5215976" cy="623350"/>
          </a:xfrm>
          <a:custGeom>
            <a:rect b="b" l="l" r="r" t="t"/>
            <a:pathLst>
              <a:path extrusionOk="0" h="623350" w="5215976">
                <a:moveTo>
                  <a:pt x="110003" y="0"/>
                </a:moveTo>
                <a:lnTo>
                  <a:pt x="5105973" y="0"/>
                </a:lnTo>
                <a:cubicBezTo>
                  <a:pt x="5166726" y="0"/>
                  <a:pt x="5215976" y="49250"/>
                  <a:pt x="5215976" y="110003"/>
                </a:cubicBezTo>
                <a:lnTo>
                  <a:pt x="5215976" y="513348"/>
                </a:lnTo>
                <a:cubicBezTo>
                  <a:pt x="5215976" y="574101"/>
                  <a:pt x="5166726" y="623350"/>
                  <a:pt x="5105973" y="623350"/>
                </a:cubicBezTo>
                <a:lnTo>
                  <a:pt x="110003" y="623350"/>
                </a:lnTo>
                <a:cubicBezTo>
                  <a:pt x="49250" y="623350"/>
                  <a:pt x="0" y="574101"/>
                  <a:pt x="0" y="513348"/>
                </a:cubicBezTo>
                <a:lnTo>
                  <a:pt x="0" y="110003"/>
                </a:lnTo>
                <a:cubicBezTo>
                  <a:pt x="0" y="49250"/>
                  <a:pt x="49250" y="0"/>
                  <a:pt x="110003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534938" y="3886773"/>
            <a:ext cx="293341" cy="293341"/>
          </a:xfrm>
          <a:custGeom>
            <a:rect b="b" l="l" r="r" t="t"/>
            <a:pathLst>
              <a:path extrusionOk="0" h="293341" w="293341">
                <a:moveTo>
                  <a:pt x="73335" y="0"/>
                </a:moveTo>
                <a:lnTo>
                  <a:pt x="220006" y="0"/>
                </a:lnTo>
                <a:cubicBezTo>
                  <a:pt x="260481" y="0"/>
                  <a:pt x="293341" y="32860"/>
                  <a:pt x="293341" y="73335"/>
                </a:cubicBezTo>
                <a:lnTo>
                  <a:pt x="293341" y="220006"/>
                </a:lnTo>
                <a:cubicBezTo>
                  <a:pt x="293341" y="260481"/>
                  <a:pt x="260481" y="293341"/>
                  <a:pt x="220006" y="293341"/>
                </a:cubicBezTo>
                <a:lnTo>
                  <a:pt x="73335" y="293341"/>
                </a:lnTo>
                <a:cubicBezTo>
                  <a:pt x="32860" y="293341"/>
                  <a:pt x="0" y="260481"/>
                  <a:pt x="0" y="22000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619732" y="3969275"/>
            <a:ext cx="128337" cy="128337"/>
          </a:xfrm>
          <a:custGeom>
            <a:rect b="b" l="l" r="r" t="t"/>
            <a:pathLst>
              <a:path extrusionOk="0" h="128337" w="128337">
                <a:moveTo>
                  <a:pt x="64168" y="0"/>
                </a:moveTo>
                <a:cubicBezTo>
                  <a:pt x="65321" y="0"/>
                  <a:pt x="66474" y="251"/>
                  <a:pt x="67527" y="727"/>
                </a:cubicBezTo>
                <a:lnTo>
                  <a:pt x="114751" y="20754"/>
                </a:lnTo>
                <a:cubicBezTo>
                  <a:pt x="120266" y="23086"/>
                  <a:pt x="124376" y="28525"/>
                  <a:pt x="124351" y="35092"/>
                </a:cubicBezTo>
                <a:cubicBezTo>
                  <a:pt x="124226" y="59957"/>
                  <a:pt x="113999" y="105452"/>
                  <a:pt x="70811" y="126131"/>
                </a:cubicBezTo>
                <a:cubicBezTo>
                  <a:pt x="66625" y="128136"/>
                  <a:pt x="61762" y="128136"/>
                  <a:pt x="57576" y="126131"/>
                </a:cubicBezTo>
                <a:cubicBezTo>
                  <a:pt x="14363" y="105452"/>
                  <a:pt x="4161" y="59957"/>
                  <a:pt x="4036" y="35092"/>
                </a:cubicBezTo>
                <a:cubicBezTo>
                  <a:pt x="4011" y="28525"/>
                  <a:pt x="8121" y="23086"/>
                  <a:pt x="13636" y="20754"/>
                </a:cubicBezTo>
                <a:lnTo>
                  <a:pt x="60835" y="727"/>
                </a:lnTo>
                <a:cubicBezTo>
                  <a:pt x="61887" y="251"/>
                  <a:pt x="63015" y="0"/>
                  <a:pt x="64168" y="0"/>
                </a:cubicBezTo>
                <a:close/>
                <a:moveTo>
                  <a:pt x="64168" y="16744"/>
                </a:moveTo>
                <a:lnTo>
                  <a:pt x="64168" y="111518"/>
                </a:lnTo>
                <a:cubicBezTo>
                  <a:pt x="98759" y="94774"/>
                  <a:pt x="108059" y="57676"/>
                  <a:pt x="108284" y="35468"/>
                </a:cubicBezTo>
                <a:lnTo>
                  <a:pt x="64168" y="16769"/>
                </a:lnTo>
                <a:lnTo>
                  <a:pt x="64168" y="16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978057" y="3780666"/>
            <a:ext cx="3685101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OFFLINE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985355" y="4033443"/>
            <a:ext cx="3947490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Operates with 100% functionality without an internet connection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66677" y="4693462"/>
            <a:ext cx="11458647" cy="2163392"/>
          </a:xfrm>
          <a:custGeom>
            <a:rect b="b" l="l" r="r" t="t"/>
            <a:pathLst>
              <a:path extrusionOk="0" h="2163392" w="11458647">
                <a:moveTo>
                  <a:pt x="110009" y="0"/>
                </a:moveTo>
                <a:lnTo>
                  <a:pt x="11348638" y="0"/>
                </a:lnTo>
                <a:cubicBezTo>
                  <a:pt x="11409394" y="0"/>
                  <a:pt x="11458647" y="49252"/>
                  <a:pt x="11458647" y="110009"/>
                </a:cubicBezTo>
                <a:lnTo>
                  <a:pt x="11458647" y="2053384"/>
                </a:lnTo>
                <a:cubicBezTo>
                  <a:pt x="11458647" y="2114140"/>
                  <a:pt x="11409394" y="2163392"/>
                  <a:pt x="11348638" y="2163392"/>
                </a:cubicBezTo>
                <a:lnTo>
                  <a:pt x="110009" y="2163392"/>
                </a:lnTo>
                <a:cubicBezTo>
                  <a:pt x="49252" y="2163392"/>
                  <a:pt x="0" y="2114140"/>
                  <a:pt x="0" y="2053384"/>
                </a:cubicBezTo>
                <a:lnTo>
                  <a:pt x="0" y="110009"/>
                </a:lnTo>
                <a:cubicBezTo>
                  <a:pt x="0" y="49293"/>
                  <a:pt x="49293" y="0"/>
                  <a:pt x="1100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7504" rotWithShape="0" algn="bl" dir="5400000" dist="9166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72096" y="4840132"/>
            <a:ext cx="11247808" cy="256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9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System Architecture: Sensor → AI → Output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1896478" y="5206809"/>
            <a:ext cx="1320036" cy="1063362"/>
          </a:xfrm>
          <a:custGeom>
            <a:rect b="b" l="l" r="r" t="t"/>
            <a:pathLst>
              <a:path extrusionOk="0" h="1063362" w="1320036">
                <a:moveTo>
                  <a:pt x="110005" y="0"/>
                </a:moveTo>
                <a:lnTo>
                  <a:pt x="1210031" y="0"/>
                </a:lnTo>
                <a:cubicBezTo>
                  <a:pt x="1270785" y="0"/>
                  <a:pt x="1320036" y="49251"/>
                  <a:pt x="1320036" y="110005"/>
                </a:cubicBezTo>
                <a:lnTo>
                  <a:pt x="1320036" y="953358"/>
                </a:lnTo>
                <a:cubicBezTo>
                  <a:pt x="1320036" y="1014112"/>
                  <a:pt x="1270785" y="1063362"/>
                  <a:pt x="1210031" y="1063362"/>
                </a:cubicBezTo>
                <a:lnTo>
                  <a:pt x="110005" y="1063362"/>
                </a:lnTo>
                <a:cubicBezTo>
                  <a:pt x="49251" y="1063362"/>
                  <a:pt x="0" y="1014112"/>
                  <a:pt x="0" y="953358"/>
                </a:cubicBezTo>
                <a:lnTo>
                  <a:pt x="0" y="110005"/>
                </a:lnTo>
                <a:cubicBezTo>
                  <a:pt x="0" y="49251"/>
                  <a:pt x="49251" y="0"/>
                  <a:pt x="110005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2446493" y="5316812"/>
            <a:ext cx="220006" cy="220006"/>
          </a:xfrm>
          <a:custGeom>
            <a:rect b="b" l="l" r="r" t="t"/>
            <a:pathLst>
              <a:path extrusionOk="0" h="220006" w="220006">
                <a:moveTo>
                  <a:pt x="64068" y="27845"/>
                </a:moveTo>
                <a:lnTo>
                  <a:pt x="59599" y="41251"/>
                </a:lnTo>
                <a:lnTo>
                  <a:pt x="27501" y="41251"/>
                </a:lnTo>
                <a:cubicBezTo>
                  <a:pt x="12332" y="41251"/>
                  <a:pt x="0" y="53583"/>
                  <a:pt x="0" y="68752"/>
                </a:cubicBezTo>
                <a:lnTo>
                  <a:pt x="0" y="178755"/>
                </a:lnTo>
                <a:cubicBezTo>
                  <a:pt x="0" y="193923"/>
                  <a:pt x="12332" y="206256"/>
                  <a:pt x="27501" y="206256"/>
                </a:cubicBezTo>
                <a:lnTo>
                  <a:pt x="192505" y="206256"/>
                </a:lnTo>
                <a:cubicBezTo>
                  <a:pt x="207674" y="206256"/>
                  <a:pt x="220006" y="193923"/>
                  <a:pt x="220006" y="178755"/>
                </a:cubicBezTo>
                <a:lnTo>
                  <a:pt x="220006" y="68752"/>
                </a:lnTo>
                <a:cubicBezTo>
                  <a:pt x="220006" y="53583"/>
                  <a:pt x="207674" y="41251"/>
                  <a:pt x="192505" y="41251"/>
                </a:cubicBezTo>
                <a:lnTo>
                  <a:pt x="160407" y="41251"/>
                </a:lnTo>
                <a:lnTo>
                  <a:pt x="155938" y="27845"/>
                </a:lnTo>
                <a:cubicBezTo>
                  <a:pt x="153145" y="19422"/>
                  <a:pt x="145281" y="13750"/>
                  <a:pt x="136387" y="13750"/>
                </a:cubicBezTo>
                <a:lnTo>
                  <a:pt x="83619" y="13750"/>
                </a:lnTo>
                <a:cubicBezTo>
                  <a:pt x="74725" y="13750"/>
                  <a:pt x="66861" y="19422"/>
                  <a:pt x="64068" y="27845"/>
                </a:cubicBezTo>
                <a:close/>
                <a:moveTo>
                  <a:pt x="110003" y="82502"/>
                </a:moveTo>
                <a:cubicBezTo>
                  <a:pt x="132770" y="82502"/>
                  <a:pt x="151254" y="100986"/>
                  <a:pt x="151254" y="123753"/>
                </a:cubicBezTo>
                <a:cubicBezTo>
                  <a:pt x="151254" y="146521"/>
                  <a:pt x="132770" y="165005"/>
                  <a:pt x="110003" y="165005"/>
                </a:cubicBezTo>
                <a:cubicBezTo>
                  <a:pt x="87236" y="165005"/>
                  <a:pt x="68752" y="146521"/>
                  <a:pt x="68752" y="123753"/>
                </a:cubicBezTo>
                <a:cubicBezTo>
                  <a:pt x="68752" y="100986"/>
                  <a:pt x="87236" y="82502"/>
                  <a:pt x="110003" y="82502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974396" y="5610153"/>
            <a:ext cx="1164198" cy="550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Camera / Fingerprint Sensor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3349434" y="5646821"/>
            <a:ext cx="183338" cy="183338"/>
          </a:xfrm>
          <a:custGeom>
            <a:rect b="b" l="l" r="r" t="t"/>
            <a:pathLst>
              <a:path extrusionOk="0" h="183338" w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99A1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665693" y="5298478"/>
            <a:ext cx="1320036" cy="880024"/>
          </a:xfrm>
          <a:custGeom>
            <a:rect b="b" l="l" r="r" t="t"/>
            <a:pathLst>
              <a:path extrusionOk="0" h="880024" w="1320036">
                <a:moveTo>
                  <a:pt x="110003" y="0"/>
                </a:moveTo>
                <a:lnTo>
                  <a:pt x="1210033" y="0"/>
                </a:lnTo>
                <a:cubicBezTo>
                  <a:pt x="1270786" y="0"/>
                  <a:pt x="1320036" y="49250"/>
                  <a:pt x="1320036" y="110003"/>
                </a:cubicBezTo>
                <a:lnTo>
                  <a:pt x="1320036" y="770021"/>
                </a:lnTo>
                <a:cubicBezTo>
                  <a:pt x="1320036" y="830774"/>
                  <a:pt x="1270786" y="880024"/>
                  <a:pt x="1210033" y="880024"/>
                </a:cubicBezTo>
                <a:lnTo>
                  <a:pt x="110003" y="880024"/>
                </a:lnTo>
                <a:cubicBezTo>
                  <a:pt x="49291" y="880024"/>
                  <a:pt x="0" y="830733"/>
                  <a:pt x="0" y="770021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FA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215708" y="5408481"/>
            <a:ext cx="220006" cy="220006"/>
          </a:xfrm>
          <a:custGeom>
            <a:rect b="b" l="l" r="r" t="t"/>
            <a:pathLst>
              <a:path extrusionOk="0" h="220006" w="220006">
                <a:moveTo>
                  <a:pt x="75627" y="10313"/>
                </a:moveTo>
                <a:cubicBezTo>
                  <a:pt x="75627" y="4598"/>
                  <a:pt x="71029" y="0"/>
                  <a:pt x="65314" y="0"/>
                </a:cubicBezTo>
                <a:cubicBezTo>
                  <a:pt x="59599" y="0"/>
                  <a:pt x="55002" y="4598"/>
                  <a:pt x="55002" y="10313"/>
                </a:cubicBezTo>
                <a:lnTo>
                  <a:pt x="55002" y="27501"/>
                </a:lnTo>
                <a:cubicBezTo>
                  <a:pt x="39833" y="27501"/>
                  <a:pt x="27501" y="39833"/>
                  <a:pt x="27501" y="55002"/>
                </a:cubicBezTo>
                <a:lnTo>
                  <a:pt x="10313" y="55002"/>
                </a:lnTo>
                <a:cubicBezTo>
                  <a:pt x="4598" y="55002"/>
                  <a:pt x="0" y="59599"/>
                  <a:pt x="0" y="65314"/>
                </a:cubicBezTo>
                <a:cubicBezTo>
                  <a:pt x="0" y="71029"/>
                  <a:pt x="4598" y="75627"/>
                  <a:pt x="10313" y="75627"/>
                </a:cubicBezTo>
                <a:lnTo>
                  <a:pt x="27501" y="75627"/>
                </a:lnTo>
                <a:lnTo>
                  <a:pt x="27501" y="99690"/>
                </a:lnTo>
                <a:lnTo>
                  <a:pt x="10313" y="99690"/>
                </a:lnTo>
                <a:cubicBezTo>
                  <a:pt x="4598" y="99690"/>
                  <a:pt x="0" y="104288"/>
                  <a:pt x="0" y="110003"/>
                </a:cubicBezTo>
                <a:cubicBezTo>
                  <a:pt x="0" y="115718"/>
                  <a:pt x="4598" y="120316"/>
                  <a:pt x="10313" y="120316"/>
                </a:cubicBezTo>
                <a:lnTo>
                  <a:pt x="27501" y="120316"/>
                </a:lnTo>
                <a:lnTo>
                  <a:pt x="27501" y="144379"/>
                </a:lnTo>
                <a:lnTo>
                  <a:pt x="10313" y="144379"/>
                </a:lnTo>
                <a:cubicBezTo>
                  <a:pt x="4598" y="144379"/>
                  <a:pt x="0" y="148977"/>
                  <a:pt x="0" y="154692"/>
                </a:cubicBezTo>
                <a:cubicBezTo>
                  <a:pt x="0" y="160407"/>
                  <a:pt x="4598" y="165005"/>
                  <a:pt x="10313" y="165005"/>
                </a:cubicBezTo>
                <a:lnTo>
                  <a:pt x="27501" y="165005"/>
                </a:lnTo>
                <a:cubicBezTo>
                  <a:pt x="27501" y="180173"/>
                  <a:pt x="39833" y="192505"/>
                  <a:pt x="55002" y="192505"/>
                </a:cubicBezTo>
                <a:lnTo>
                  <a:pt x="55002" y="209693"/>
                </a:lnTo>
                <a:cubicBezTo>
                  <a:pt x="55002" y="215408"/>
                  <a:pt x="59599" y="220006"/>
                  <a:pt x="65314" y="220006"/>
                </a:cubicBezTo>
                <a:cubicBezTo>
                  <a:pt x="71029" y="220006"/>
                  <a:pt x="75627" y="215408"/>
                  <a:pt x="75627" y="209693"/>
                </a:cubicBezTo>
                <a:lnTo>
                  <a:pt x="75627" y="192505"/>
                </a:lnTo>
                <a:lnTo>
                  <a:pt x="99690" y="192505"/>
                </a:lnTo>
                <a:lnTo>
                  <a:pt x="99690" y="209693"/>
                </a:lnTo>
                <a:cubicBezTo>
                  <a:pt x="99690" y="215408"/>
                  <a:pt x="104288" y="220006"/>
                  <a:pt x="110003" y="220006"/>
                </a:cubicBezTo>
                <a:cubicBezTo>
                  <a:pt x="115718" y="220006"/>
                  <a:pt x="120316" y="215408"/>
                  <a:pt x="120316" y="209693"/>
                </a:cubicBezTo>
                <a:lnTo>
                  <a:pt x="120316" y="192505"/>
                </a:lnTo>
                <a:lnTo>
                  <a:pt x="144379" y="192505"/>
                </a:lnTo>
                <a:lnTo>
                  <a:pt x="144379" y="209693"/>
                </a:lnTo>
                <a:cubicBezTo>
                  <a:pt x="144379" y="215408"/>
                  <a:pt x="148977" y="220006"/>
                  <a:pt x="154692" y="220006"/>
                </a:cubicBezTo>
                <a:cubicBezTo>
                  <a:pt x="160407" y="220006"/>
                  <a:pt x="165005" y="215408"/>
                  <a:pt x="165005" y="209693"/>
                </a:cubicBezTo>
                <a:lnTo>
                  <a:pt x="165005" y="192505"/>
                </a:lnTo>
                <a:cubicBezTo>
                  <a:pt x="180173" y="192505"/>
                  <a:pt x="192505" y="180173"/>
                  <a:pt x="192505" y="165005"/>
                </a:cubicBezTo>
                <a:lnTo>
                  <a:pt x="209693" y="165005"/>
                </a:lnTo>
                <a:cubicBezTo>
                  <a:pt x="215408" y="165005"/>
                  <a:pt x="220006" y="160407"/>
                  <a:pt x="220006" y="154692"/>
                </a:cubicBezTo>
                <a:cubicBezTo>
                  <a:pt x="220006" y="148977"/>
                  <a:pt x="215408" y="144379"/>
                  <a:pt x="209693" y="144379"/>
                </a:cubicBezTo>
                <a:lnTo>
                  <a:pt x="192505" y="144379"/>
                </a:lnTo>
                <a:lnTo>
                  <a:pt x="192505" y="120316"/>
                </a:lnTo>
                <a:lnTo>
                  <a:pt x="209693" y="120316"/>
                </a:lnTo>
                <a:cubicBezTo>
                  <a:pt x="215408" y="120316"/>
                  <a:pt x="220006" y="115718"/>
                  <a:pt x="220006" y="110003"/>
                </a:cubicBezTo>
                <a:cubicBezTo>
                  <a:pt x="220006" y="104288"/>
                  <a:pt x="215408" y="99690"/>
                  <a:pt x="209693" y="99690"/>
                </a:cubicBezTo>
                <a:lnTo>
                  <a:pt x="192505" y="99690"/>
                </a:lnTo>
                <a:lnTo>
                  <a:pt x="192505" y="75627"/>
                </a:lnTo>
                <a:lnTo>
                  <a:pt x="209693" y="75627"/>
                </a:lnTo>
                <a:cubicBezTo>
                  <a:pt x="215408" y="75627"/>
                  <a:pt x="220006" y="71029"/>
                  <a:pt x="220006" y="65314"/>
                </a:cubicBezTo>
                <a:cubicBezTo>
                  <a:pt x="220006" y="59599"/>
                  <a:pt x="215408" y="55002"/>
                  <a:pt x="209693" y="55002"/>
                </a:cubicBezTo>
                <a:lnTo>
                  <a:pt x="192505" y="55002"/>
                </a:lnTo>
                <a:cubicBezTo>
                  <a:pt x="192505" y="39833"/>
                  <a:pt x="180173" y="27501"/>
                  <a:pt x="165005" y="27501"/>
                </a:cubicBezTo>
                <a:lnTo>
                  <a:pt x="165005" y="10313"/>
                </a:lnTo>
                <a:cubicBezTo>
                  <a:pt x="165005" y="4598"/>
                  <a:pt x="160407" y="0"/>
                  <a:pt x="154692" y="0"/>
                </a:cubicBezTo>
                <a:cubicBezTo>
                  <a:pt x="148977" y="0"/>
                  <a:pt x="144379" y="4598"/>
                  <a:pt x="144379" y="10313"/>
                </a:cubicBezTo>
                <a:lnTo>
                  <a:pt x="144379" y="27501"/>
                </a:lnTo>
                <a:lnTo>
                  <a:pt x="120316" y="27501"/>
                </a:lnTo>
                <a:lnTo>
                  <a:pt x="120316" y="10313"/>
                </a:lnTo>
                <a:cubicBezTo>
                  <a:pt x="120316" y="4598"/>
                  <a:pt x="115718" y="0"/>
                  <a:pt x="110003" y="0"/>
                </a:cubicBezTo>
                <a:cubicBezTo>
                  <a:pt x="104288" y="0"/>
                  <a:pt x="99690" y="4598"/>
                  <a:pt x="99690" y="10313"/>
                </a:cubicBezTo>
                <a:lnTo>
                  <a:pt x="99690" y="27501"/>
                </a:lnTo>
                <a:lnTo>
                  <a:pt x="75627" y="27501"/>
                </a:lnTo>
                <a:lnTo>
                  <a:pt x="75627" y="10313"/>
                </a:lnTo>
                <a:close/>
                <a:moveTo>
                  <a:pt x="68752" y="55002"/>
                </a:moveTo>
                <a:lnTo>
                  <a:pt x="151254" y="55002"/>
                </a:lnTo>
                <a:cubicBezTo>
                  <a:pt x="158860" y="55002"/>
                  <a:pt x="165005" y="61146"/>
                  <a:pt x="165005" y="68752"/>
                </a:cubicBezTo>
                <a:lnTo>
                  <a:pt x="165005" y="151254"/>
                </a:lnTo>
                <a:cubicBezTo>
                  <a:pt x="165005" y="158860"/>
                  <a:pt x="158860" y="165005"/>
                  <a:pt x="151254" y="165005"/>
                </a:cubicBezTo>
                <a:lnTo>
                  <a:pt x="68752" y="165005"/>
                </a:lnTo>
                <a:cubicBezTo>
                  <a:pt x="61146" y="165005"/>
                  <a:pt x="55002" y="158860"/>
                  <a:pt x="55002" y="151254"/>
                </a:cubicBezTo>
                <a:lnTo>
                  <a:pt x="55002" y="68752"/>
                </a:lnTo>
                <a:cubicBezTo>
                  <a:pt x="55002" y="61146"/>
                  <a:pt x="61146" y="55002"/>
                  <a:pt x="68752" y="55002"/>
                </a:cubicBezTo>
                <a:close/>
                <a:moveTo>
                  <a:pt x="75627" y="75627"/>
                </a:moveTo>
                <a:lnTo>
                  <a:pt x="75627" y="144379"/>
                </a:lnTo>
                <a:lnTo>
                  <a:pt x="144379" y="144379"/>
                </a:lnTo>
                <a:lnTo>
                  <a:pt x="144379" y="75627"/>
                </a:lnTo>
                <a:lnTo>
                  <a:pt x="75627" y="75627"/>
                </a:ln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3743611" y="5701823"/>
            <a:ext cx="1164198" cy="36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Raspberry Pi / Arduino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5118649" y="5646821"/>
            <a:ext cx="183338" cy="183338"/>
          </a:xfrm>
          <a:custGeom>
            <a:rect b="b" l="l" r="r" t="t"/>
            <a:pathLst>
              <a:path extrusionOk="0" h="183338" w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99A1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434908" y="5298478"/>
            <a:ext cx="1320036" cy="880024"/>
          </a:xfrm>
          <a:custGeom>
            <a:rect b="b" l="l" r="r" t="t"/>
            <a:pathLst>
              <a:path extrusionOk="0" h="880024" w="1320036">
                <a:moveTo>
                  <a:pt x="110003" y="0"/>
                </a:moveTo>
                <a:lnTo>
                  <a:pt x="1210033" y="0"/>
                </a:lnTo>
                <a:cubicBezTo>
                  <a:pt x="1270786" y="0"/>
                  <a:pt x="1320036" y="49250"/>
                  <a:pt x="1320036" y="110003"/>
                </a:cubicBezTo>
                <a:lnTo>
                  <a:pt x="1320036" y="770021"/>
                </a:lnTo>
                <a:cubicBezTo>
                  <a:pt x="1320036" y="830774"/>
                  <a:pt x="1270786" y="880024"/>
                  <a:pt x="1210033" y="880024"/>
                </a:cubicBezTo>
                <a:lnTo>
                  <a:pt x="110003" y="880024"/>
                </a:lnTo>
                <a:cubicBezTo>
                  <a:pt x="49291" y="880024"/>
                  <a:pt x="0" y="830733"/>
                  <a:pt x="0" y="770021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5984923" y="5408481"/>
            <a:ext cx="220006" cy="220006"/>
          </a:xfrm>
          <a:custGeom>
            <a:rect b="b" l="l" r="r" t="t"/>
            <a:pathLst>
              <a:path extrusionOk="0" h="220006" w="220006">
                <a:moveTo>
                  <a:pt x="51564" y="24063"/>
                </a:moveTo>
                <a:cubicBezTo>
                  <a:pt x="51564" y="10785"/>
                  <a:pt x="62349" y="0"/>
                  <a:pt x="75627" y="0"/>
                </a:cubicBezTo>
                <a:lnTo>
                  <a:pt x="85940" y="0"/>
                </a:lnTo>
                <a:cubicBezTo>
                  <a:pt x="93546" y="0"/>
                  <a:pt x="99690" y="6145"/>
                  <a:pt x="99690" y="13750"/>
                </a:cubicBezTo>
                <a:lnTo>
                  <a:pt x="99690" y="206256"/>
                </a:lnTo>
                <a:cubicBezTo>
                  <a:pt x="99690" y="213861"/>
                  <a:pt x="93546" y="220006"/>
                  <a:pt x="85940" y="220006"/>
                </a:cubicBezTo>
                <a:lnTo>
                  <a:pt x="72189" y="220006"/>
                </a:lnTo>
                <a:cubicBezTo>
                  <a:pt x="59384" y="220006"/>
                  <a:pt x="48599" y="211240"/>
                  <a:pt x="45548" y="199380"/>
                </a:cubicBezTo>
                <a:cubicBezTo>
                  <a:pt x="45247" y="199380"/>
                  <a:pt x="44990" y="199380"/>
                  <a:pt x="44689" y="199380"/>
                </a:cubicBezTo>
                <a:cubicBezTo>
                  <a:pt x="25696" y="199380"/>
                  <a:pt x="10313" y="183997"/>
                  <a:pt x="10313" y="165005"/>
                </a:cubicBezTo>
                <a:cubicBezTo>
                  <a:pt x="10313" y="157270"/>
                  <a:pt x="12891" y="150137"/>
                  <a:pt x="17188" y="144379"/>
                </a:cubicBezTo>
                <a:cubicBezTo>
                  <a:pt x="8852" y="138105"/>
                  <a:pt x="3438" y="128136"/>
                  <a:pt x="3438" y="116878"/>
                </a:cubicBezTo>
                <a:cubicBezTo>
                  <a:pt x="3438" y="103600"/>
                  <a:pt x="11000" y="92042"/>
                  <a:pt x="22001" y="86327"/>
                </a:cubicBezTo>
                <a:cubicBezTo>
                  <a:pt x="18950" y="81170"/>
                  <a:pt x="17188" y="75154"/>
                  <a:pt x="17188" y="68752"/>
                </a:cubicBezTo>
                <a:cubicBezTo>
                  <a:pt x="17188" y="49759"/>
                  <a:pt x="32571" y="34376"/>
                  <a:pt x="51564" y="34376"/>
                </a:cubicBezTo>
                <a:lnTo>
                  <a:pt x="51564" y="24063"/>
                </a:lnTo>
                <a:close/>
                <a:moveTo>
                  <a:pt x="168442" y="24063"/>
                </a:moveTo>
                <a:lnTo>
                  <a:pt x="168442" y="34376"/>
                </a:lnTo>
                <a:cubicBezTo>
                  <a:pt x="187435" y="34376"/>
                  <a:pt x="202818" y="49759"/>
                  <a:pt x="202818" y="68752"/>
                </a:cubicBezTo>
                <a:cubicBezTo>
                  <a:pt x="202818" y="75197"/>
                  <a:pt x="201056" y="81213"/>
                  <a:pt x="198005" y="86327"/>
                </a:cubicBezTo>
                <a:cubicBezTo>
                  <a:pt x="209049" y="92042"/>
                  <a:pt x="216568" y="103558"/>
                  <a:pt x="216568" y="116878"/>
                </a:cubicBezTo>
                <a:cubicBezTo>
                  <a:pt x="216568" y="128136"/>
                  <a:pt x="211154" y="138105"/>
                  <a:pt x="202818" y="144379"/>
                </a:cubicBezTo>
                <a:cubicBezTo>
                  <a:pt x="207115" y="150137"/>
                  <a:pt x="209693" y="157270"/>
                  <a:pt x="209693" y="165005"/>
                </a:cubicBezTo>
                <a:cubicBezTo>
                  <a:pt x="209693" y="183997"/>
                  <a:pt x="194310" y="199380"/>
                  <a:pt x="175317" y="199380"/>
                </a:cubicBezTo>
                <a:cubicBezTo>
                  <a:pt x="175017" y="199380"/>
                  <a:pt x="174759" y="199380"/>
                  <a:pt x="174458" y="199380"/>
                </a:cubicBezTo>
                <a:cubicBezTo>
                  <a:pt x="171407" y="211240"/>
                  <a:pt x="160622" y="220006"/>
                  <a:pt x="147817" y="220006"/>
                </a:cubicBezTo>
                <a:lnTo>
                  <a:pt x="134066" y="220006"/>
                </a:lnTo>
                <a:cubicBezTo>
                  <a:pt x="126460" y="220006"/>
                  <a:pt x="120316" y="213861"/>
                  <a:pt x="120316" y="206256"/>
                </a:cubicBezTo>
                <a:lnTo>
                  <a:pt x="120316" y="13750"/>
                </a:lnTo>
                <a:cubicBezTo>
                  <a:pt x="120316" y="6145"/>
                  <a:pt x="126460" y="0"/>
                  <a:pt x="134066" y="0"/>
                </a:cubicBezTo>
                <a:lnTo>
                  <a:pt x="144379" y="0"/>
                </a:lnTo>
                <a:cubicBezTo>
                  <a:pt x="157657" y="0"/>
                  <a:pt x="168442" y="10785"/>
                  <a:pt x="168442" y="24063"/>
                </a:cubicBezTo>
                <a:close/>
              </a:path>
            </a:pathLst>
          </a:custGeom>
          <a:solidFill>
            <a:srgbClr val="4F3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5512827" y="5701823"/>
            <a:ext cx="1164198" cy="36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AI Processing (OpenCV)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887864" y="5646821"/>
            <a:ext cx="183338" cy="183338"/>
          </a:xfrm>
          <a:custGeom>
            <a:rect b="b" l="l" r="r" t="t"/>
            <a:pathLst>
              <a:path extrusionOk="0" h="183338" w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99A1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204123" y="5298478"/>
            <a:ext cx="1320036" cy="880024"/>
          </a:xfrm>
          <a:custGeom>
            <a:rect b="b" l="l" r="r" t="t"/>
            <a:pathLst>
              <a:path extrusionOk="0" h="880024" w="1320036">
                <a:moveTo>
                  <a:pt x="110003" y="0"/>
                </a:moveTo>
                <a:lnTo>
                  <a:pt x="1210033" y="0"/>
                </a:lnTo>
                <a:cubicBezTo>
                  <a:pt x="1270786" y="0"/>
                  <a:pt x="1320036" y="49250"/>
                  <a:pt x="1320036" y="110003"/>
                </a:cubicBezTo>
                <a:lnTo>
                  <a:pt x="1320036" y="770021"/>
                </a:lnTo>
                <a:cubicBezTo>
                  <a:pt x="1320036" y="830774"/>
                  <a:pt x="1270786" y="880024"/>
                  <a:pt x="1210033" y="880024"/>
                </a:cubicBezTo>
                <a:lnTo>
                  <a:pt x="110003" y="880024"/>
                </a:lnTo>
                <a:cubicBezTo>
                  <a:pt x="49291" y="880024"/>
                  <a:pt x="0" y="830733"/>
                  <a:pt x="0" y="770021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7767888" y="5408481"/>
            <a:ext cx="192505" cy="220006"/>
          </a:xfrm>
          <a:custGeom>
            <a:rect b="b" l="l" r="r" t="t"/>
            <a:pathLst>
              <a:path extrusionOk="0" h="220006" w="192505">
                <a:moveTo>
                  <a:pt x="192505" y="88432"/>
                </a:moveTo>
                <a:cubicBezTo>
                  <a:pt x="186146" y="92643"/>
                  <a:pt x="178841" y="96038"/>
                  <a:pt x="171235" y="98745"/>
                </a:cubicBezTo>
                <a:cubicBezTo>
                  <a:pt x="151039" y="105964"/>
                  <a:pt x="124527" y="110003"/>
                  <a:pt x="96253" y="110003"/>
                </a:cubicBezTo>
                <a:cubicBezTo>
                  <a:pt x="67978" y="110003"/>
                  <a:pt x="41423" y="105921"/>
                  <a:pt x="21270" y="98745"/>
                </a:cubicBezTo>
                <a:cubicBezTo>
                  <a:pt x="13707" y="96038"/>
                  <a:pt x="6360" y="92643"/>
                  <a:pt x="0" y="88432"/>
                </a:cubicBezTo>
                <a:lnTo>
                  <a:pt x="0" y="123753"/>
                </a:lnTo>
                <a:cubicBezTo>
                  <a:pt x="0" y="142746"/>
                  <a:pt x="43099" y="158129"/>
                  <a:pt x="96253" y="158129"/>
                </a:cubicBezTo>
                <a:cubicBezTo>
                  <a:pt x="149406" y="158129"/>
                  <a:pt x="192505" y="142746"/>
                  <a:pt x="192505" y="123753"/>
                </a:cubicBezTo>
                <a:lnTo>
                  <a:pt x="192505" y="88432"/>
                </a:lnTo>
                <a:close/>
                <a:moveTo>
                  <a:pt x="192505" y="55002"/>
                </a:moveTo>
                <a:lnTo>
                  <a:pt x="192505" y="34376"/>
                </a:lnTo>
                <a:cubicBezTo>
                  <a:pt x="192505" y="15383"/>
                  <a:pt x="149406" y="0"/>
                  <a:pt x="96253" y="0"/>
                </a:cubicBezTo>
                <a:cubicBezTo>
                  <a:pt x="43099" y="0"/>
                  <a:pt x="0" y="15383"/>
                  <a:pt x="0" y="34376"/>
                </a:cubicBezTo>
                <a:lnTo>
                  <a:pt x="0" y="55002"/>
                </a:lnTo>
                <a:cubicBezTo>
                  <a:pt x="0" y="73994"/>
                  <a:pt x="43099" y="89377"/>
                  <a:pt x="96253" y="89377"/>
                </a:cubicBezTo>
                <a:cubicBezTo>
                  <a:pt x="149406" y="89377"/>
                  <a:pt x="192505" y="73994"/>
                  <a:pt x="192505" y="55002"/>
                </a:cubicBezTo>
                <a:close/>
                <a:moveTo>
                  <a:pt x="171235" y="167497"/>
                </a:moveTo>
                <a:cubicBezTo>
                  <a:pt x="151082" y="174673"/>
                  <a:pt x="124570" y="178755"/>
                  <a:pt x="96253" y="178755"/>
                </a:cubicBezTo>
                <a:cubicBezTo>
                  <a:pt x="67935" y="178755"/>
                  <a:pt x="41423" y="174673"/>
                  <a:pt x="21270" y="167497"/>
                </a:cubicBezTo>
                <a:cubicBezTo>
                  <a:pt x="13707" y="164790"/>
                  <a:pt x="6360" y="161395"/>
                  <a:pt x="0" y="157184"/>
                </a:cubicBezTo>
                <a:lnTo>
                  <a:pt x="0" y="185630"/>
                </a:lnTo>
                <a:cubicBezTo>
                  <a:pt x="0" y="204623"/>
                  <a:pt x="43099" y="220006"/>
                  <a:pt x="96253" y="220006"/>
                </a:cubicBezTo>
                <a:cubicBezTo>
                  <a:pt x="149406" y="220006"/>
                  <a:pt x="192505" y="204623"/>
                  <a:pt x="192505" y="185630"/>
                </a:cubicBezTo>
                <a:lnTo>
                  <a:pt x="192505" y="157184"/>
                </a:lnTo>
                <a:cubicBezTo>
                  <a:pt x="186146" y="161395"/>
                  <a:pt x="178841" y="164790"/>
                  <a:pt x="171235" y="167497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282042" y="5701823"/>
            <a:ext cx="1164198" cy="36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Local Storage (SD Card)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657079" y="5646821"/>
            <a:ext cx="183338" cy="183338"/>
          </a:xfrm>
          <a:custGeom>
            <a:rect b="b" l="l" r="r" t="t"/>
            <a:pathLst>
              <a:path extrusionOk="0" h="183338" w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99A1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973338" y="5298478"/>
            <a:ext cx="1320036" cy="880024"/>
          </a:xfrm>
          <a:custGeom>
            <a:rect b="b" l="l" r="r" t="t"/>
            <a:pathLst>
              <a:path extrusionOk="0" h="880024" w="1320036">
                <a:moveTo>
                  <a:pt x="110003" y="0"/>
                </a:moveTo>
                <a:lnTo>
                  <a:pt x="1210033" y="0"/>
                </a:lnTo>
                <a:cubicBezTo>
                  <a:pt x="1270786" y="0"/>
                  <a:pt x="1320036" y="49250"/>
                  <a:pt x="1320036" y="110003"/>
                </a:cubicBezTo>
                <a:lnTo>
                  <a:pt x="1320036" y="770021"/>
                </a:lnTo>
                <a:cubicBezTo>
                  <a:pt x="1320036" y="830774"/>
                  <a:pt x="1270786" y="880024"/>
                  <a:pt x="1210033" y="880024"/>
                </a:cubicBezTo>
                <a:lnTo>
                  <a:pt x="110003" y="880024"/>
                </a:lnTo>
                <a:cubicBezTo>
                  <a:pt x="49291" y="880024"/>
                  <a:pt x="0" y="830733"/>
                  <a:pt x="0" y="770021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9523353" y="5408481"/>
            <a:ext cx="220006" cy="220006"/>
          </a:xfrm>
          <a:custGeom>
            <a:rect b="b" l="l" r="r" t="t"/>
            <a:pathLst>
              <a:path extrusionOk="0" h="220006" w="220006">
                <a:moveTo>
                  <a:pt x="27501" y="13750"/>
                </a:moveTo>
                <a:cubicBezTo>
                  <a:pt x="12332" y="13750"/>
                  <a:pt x="0" y="26083"/>
                  <a:pt x="0" y="41251"/>
                </a:cubicBezTo>
                <a:lnTo>
                  <a:pt x="0" y="151254"/>
                </a:lnTo>
                <a:cubicBezTo>
                  <a:pt x="0" y="166423"/>
                  <a:pt x="12332" y="178755"/>
                  <a:pt x="27501" y="178755"/>
                </a:cubicBezTo>
                <a:lnTo>
                  <a:pt x="89377" y="178755"/>
                </a:lnTo>
                <a:lnTo>
                  <a:pt x="82502" y="199380"/>
                </a:lnTo>
                <a:lnTo>
                  <a:pt x="51564" y="199380"/>
                </a:lnTo>
                <a:cubicBezTo>
                  <a:pt x="45849" y="199380"/>
                  <a:pt x="41251" y="203978"/>
                  <a:pt x="41251" y="209693"/>
                </a:cubicBezTo>
                <a:cubicBezTo>
                  <a:pt x="41251" y="215408"/>
                  <a:pt x="45849" y="220006"/>
                  <a:pt x="51564" y="220006"/>
                </a:cubicBezTo>
                <a:lnTo>
                  <a:pt x="168442" y="220006"/>
                </a:lnTo>
                <a:cubicBezTo>
                  <a:pt x="174157" y="220006"/>
                  <a:pt x="178755" y="215408"/>
                  <a:pt x="178755" y="209693"/>
                </a:cubicBezTo>
                <a:cubicBezTo>
                  <a:pt x="178755" y="203978"/>
                  <a:pt x="174157" y="199380"/>
                  <a:pt x="168442" y="199380"/>
                </a:cubicBezTo>
                <a:lnTo>
                  <a:pt x="137504" y="199380"/>
                </a:lnTo>
                <a:lnTo>
                  <a:pt x="130629" y="178755"/>
                </a:lnTo>
                <a:lnTo>
                  <a:pt x="192505" y="178755"/>
                </a:lnTo>
                <a:cubicBezTo>
                  <a:pt x="207674" y="178755"/>
                  <a:pt x="220006" y="166423"/>
                  <a:pt x="220006" y="151254"/>
                </a:cubicBezTo>
                <a:lnTo>
                  <a:pt x="220006" y="41251"/>
                </a:lnTo>
                <a:cubicBezTo>
                  <a:pt x="220006" y="26083"/>
                  <a:pt x="207674" y="13750"/>
                  <a:pt x="192505" y="13750"/>
                </a:cubicBezTo>
                <a:lnTo>
                  <a:pt x="27501" y="13750"/>
                </a:lnTo>
                <a:close/>
                <a:moveTo>
                  <a:pt x="41251" y="41251"/>
                </a:moveTo>
                <a:lnTo>
                  <a:pt x="178755" y="41251"/>
                </a:lnTo>
                <a:cubicBezTo>
                  <a:pt x="186361" y="41251"/>
                  <a:pt x="192505" y="47396"/>
                  <a:pt x="192505" y="55002"/>
                </a:cubicBezTo>
                <a:lnTo>
                  <a:pt x="192505" y="123753"/>
                </a:lnTo>
                <a:cubicBezTo>
                  <a:pt x="192505" y="131359"/>
                  <a:pt x="186361" y="137504"/>
                  <a:pt x="178755" y="137504"/>
                </a:cubicBezTo>
                <a:lnTo>
                  <a:pt x="41251" y="137504"/>
                </a:lnTo>
                <a:cubicBezTo>
                  <a:pt x="33645" y="137504"/>
                  <a:pt x="27501" y="131359"/>
                  <a:pt x="27501" y="123753"/>
                </a:cubicBezTo>
                <a:lnTo>
                  <a:pt x="27501" y="55002"/>
                </a:lnTo>
                <a:cubicBezTo>
                  <a:pt x="27501" y="47396"/>
                  <a:pt x="33645" y="41251"/>
                  <a:pt x="41251" y="41251"/>
                </a:cubicBez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9051257" y="5701823"/>
            <a:ext cx="1164198" cy="366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LCD + GSM Alerts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933395" y="6380174"/>
            <a:ext cx="4326785" cy="330009"/>
          </a:xfrm>
          <a:custGeom>
            <a:rect b="b" l="l" r="r" t="t"/>
            <a:pathLst>
              <a:path extrusionOk="0" h="330009" w="4326785">
                <a:moveTo>
                  <a:pt x="165005" y="0"/>
                </a:moveTo>
                <a:lnTo>
                  <a:pt x="4161780" y="0"/>
                </a:lnTo>
                <a:cubicBezTo>
                  <a:pt x="4252910" y="0"/>
                  <a:pt x="4326785" y="73875"/>
                  <a:pt x="4326785" y="165005"/>
                </a:cubicBezTo>
                <a:lnTo>
                  <a:pt x="4326785" y="165005"/>
                </a:lnTo>
                <a:cubicBezTo>
                  <a:pt x="4326785" y="256134"/>
                  <a:pt x="4252910" y="330009"/>
                  <a:pt x="4161780" y="330009"/>
                </a:cubicBezTo>
                <a:lnTo>
                  <a:pt x="165005" y="330009"/>
                </a:lnTo>
                <a:cubicBezTo>
                  <a:pt x="73936" y="330009"/>
                  <a:pt x="0" y="256073"/>
                  <a:pt x="0" y="165005"/>
                </a:cubicBezTo>
                <a:lnTo>
                  <a:pt x="0" y="165005"/>
                </a:lnTo>
                <a:cubicBezTo>
                  <a:pt x="0" y="73936"/>
                  <a:pt x="73936" y="0"/>
                  <a:pt x="165005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901311" y="6380174"/>
            <a:ext cx="4390953" cy="330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73325" lIns="146650" spcFirstLastPara="1" rIns="146650" wrap="square" tIns="7332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 Metric: Reduce attendance time by 87% (15 min → 2 min)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72096" y="6536012"/>
            <a:ext cx="2771917" cy="183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lang="en-US"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N25C01A0178 </a:t>
            </a:r>
            <a:r>
              <a:rPr lang="en-US" sz="962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| Problem ID: MC-11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 p14:dur="1600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Hardware Inventory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381000" y="800100"/>
            <a:ext cx="914400" cy="38100"/>
          </a:xfrm>
          <a:custGeom>
            <a:rect b="b" l="l" r="r" t="t"/>
            <a:pathLst>
              <a:path extrusionOk="0" h="38100" w="9144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81000" y="9144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Complete component list with specifications and costs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81000" y="1255664"/>
            <a:ext cx="11430000" cy="4268836"/>
          </a:xfrm>
          <a:custGeom>
            <a:rect b="b" l="l" r="r" t="t"/>
            <a:pathLst>
              <a:path extrusionOk="0" h="4648200" w="11430000">
                <a:moveTo>
                  <a:pt x="152414" y="0"/>
                </a:moveTo>
                <a:lnTo>
                  <a:pt x="11277586" y="0"/>
                </a:lnTo>
                <a:cubicBezTo>
                  <a:pt x="11361762" y="0"/>
                  <a:pt x="11430000" y="68238"/>
                  <a:pt x="11430000" y="152414"/>
                </a:cubicBezTo>
                <a:lnTo>
                  <a:pt x="11430000" y="4495786"/>
                </a:lnTo>
                <a:cubicBezTo>
                  <a:pt x="11430000" y="4579962"/>
                  <a:pt x="11361762" y="4648200"/>
                  <a:pt x="11277586" y="4648200"/>
                </a:cubicBezTo>
                <a:lnTo>
                  <a:pt x="152414" y="4648200"/>
                </a:lnTo>
                <a:cubicBezTo>
                  <a:pt x="68238" y="4648200"/>
                  <a:pt x="0" y="4579962"/>
                  <a:pt x="0" y="4495786"/>
                </a:cubicBezTo>
                <a:lnTo>
                  <a:pt x="0" y="152414"/>
                </a:lnTo>
                <a:cubicBezTo>
                  <a:pt x="0" y="68238"/>
                  <a:pt x="68238" y="0"/>
                  <a:pt x="1524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94138" y="5629110"/>
            <a:ext cx="2867025" cy="381000"/>
          </a:xfrm>
          <a:custGeom>
            <a:rect b="b" l="l" r="r" t="t"/>
            <a:pathLst>
              <a:path extrusionOk="0" h="381000" w="2867025">
                <a:moveTo>
                  <a:pt x="76200" y="0"/>
                </a:moveTo>
                <a:lnTo>
                  <a:pt x="2790825" y="0"/>
                </a:lnTo>
                <a:cubicBezTo>
                  <a:pt x="2832881" y="0"/>
                  <a:pt x="2867025" y="34144"/>
                  <a:pt x="2867025" y="76200"/>
                </a:cubicBezTo>
                <a:lnTo>
                  <a:pt x="2867025" y="304800"/>
                </a:lnTo>
                <a:cubicBezTo>
                  <a:pt x="2867025" y="346856"/>
                  <a:pt x="2832881" y="381000"/>
                  <a:pt x="27908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52450" y="5757571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71525" y="5679628"/>
            <a:ext cx="237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 features using AI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549577" y="6220980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6A7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734300" y="6286500"/>
            <a:ext cx="4219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Two configuration options available: Face Recognition OR Fingerprint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81000" y="6524625"/>
            <a:ext cx="28801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lang="en-US"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N25C01A0178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| Problem ID: MC-11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242" y="1333500"/>
            <a:ext cx="5662195" cy="4089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9678" y="1333499"/>
            <a:ext cx="5653079" cy="408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6119678" y="5626256"/>
            <a:ext cx="2867025" cy="381000"/>
          </a:xfrm>
          <a:custGeom>
            <a:rect b="b" l="l" r="r" t="t"/>
            <a:pathLst>
              <a:path extrusionOk="0" h="381000" w="2867025">
                <a:moveTo>
                  <a:pt x="76200" y="0"/>
                </a:moveTo>
                <a:lnTo>
                  <a:pt x="2790825" y="0"/>
                </a:lnTo>
                <a:cubicBezTo>
                  <a:pt x="2832881" y="0"/>
                  <a:pt x="2867025" y="34144"/>
                  <a:pt x="2867025" y="76200"/>
                </a:cubicBezTo>
                <a:lnTo>
                  <a:pt x="2867025" y="304800"/>
                </a:lnTo>
                <a:cubicBezTo>
                  <a:pt x="2867025" y="346856"/>
                  <a:pt x="2832881" y="381000"/>
                  <a:pt x="27908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277990" y="5755828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497065" y="5674528"/>
            <a:ext cx="237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Budget Feautures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381000" y="381000"/>
            <a:ext cx="11572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Implementation Timeline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81000" y="800100"/>
            <a:ext cx="914400" cy="38100"/>
          </a:xfrm>
          <a:custGeom>
            <a:rect b="b" l="l" r="r" t="t"/>
            <a:pathLst>
              <a:path extrusionOk="0" h="38100" w="9144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81000" y="9144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60-day development roadmap with milestones and deliverables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1000" y="1314450"/>
            <a:ext cx="2743200" cy="3752850"/>
          </a:xfrm>
          <a:custGeom>
            <a:rect b="b" l="l" r="r" t="t"/>
            <a:pathLst>
              <a:path extrusionOk="0" h="375285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600438"/>
                </a:lnTo>
                <a:cubicBezTo>
                  <a:pt x="2743200" y="3684613"/>
                  <a:pt x="2674963" y="3752850"/>
                  <a:pt x="2590788" y="3752850"/>
                </a:cubicBezTo>
                <a:lnTo>
                  <a:pt x="152412" y="3752850"/>
                </a:lnTo>
                <a:cubicBezTo>
                  <a:pt x="68237" y="3752850"/>
                  <a:pt x="0" y="3684613"/>
                  <a:pt x="0" y="3600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1000" y="1314450"/>
            <a:ext cx="2743200" cy="38100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33400" y="1485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85775" y="14859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104900" y="1485900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Hardware Sourcing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343025" y="1752600"/>
            <a:ext cx="1638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Week 1-2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19113" y="2095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33053" y="2057400"/>
            <a:ext cx="2305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Order Raspberry Pi 4, Camera Module, Fingerprint Sensor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33400" y="25527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66242" y="25146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Procure LCD Display, SD Card, GSM Module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33400" y="30099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765349" y="29718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Source power supply and enclosure materials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33400" y="4414838"/>
            <a:ext cx="2438400" cy="9525"/>
          </a:xfrm>
          <a:custGeom>
            <a:rect b="b" l="l" r="r" t="t"/>
            <a:pathLst>
              <a:path extrusionOk="0" h="9525" w="2438400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>
            <a:off x="557213" y="4648200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92138" y="4533900"/>
            <a:ext cx="22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5DFC"/>
                </a:solidFill>
                <a:latin typeface="Arial"/>
                <a:ea typeface="Arial"/>
                <a:cs typeface="Arial"/>
                <a:sym typeface="Arial"/>
              </a:rPr>
              <a:t>Milestone: All components received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276600" y="1314450"/>
            <a:ext cx="2743200" cy="3752850"/>
          </a:xfrm>
          <a:custGeom>
            <a:rect b="b" l="l" r="r" t="t"/>
            <a:pathLst>
              <a:path extrusionOk="0" h="375285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600438"/>
                </a:lnTo>
                <a:cubicBezTo>
                  <a:pt x="2743200" y="3684613"/>
                  <a:pt x="2674963" y="3752850"/>
                  <a:pt x="2590788" y="3752850"/>
                </a:cubicBezTo>
                <a:lnTo>
                  <a:pt x="152412" y="3752850"/>
                </a:lnTo>
                <a:cubicBezTo>
                  <a:pt x="68237" y="3752850"/>
                  <a:pt x="0" y="3684613"/>
                  <a:pt x="0" y="3600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276600" y="1314450"/>
            <a:ext cx="2743200" cy="38100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3429000" y="1485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381375" y="14859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000500" y="1485900"/>
            <a:ext cx="1724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Assembly &amp; Testing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267200" y="1731328"/>
            <a:ext cx="1704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Week 3-4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429000" y="2095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3653358" y="20574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Assemble hardware components on breadboard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429000" y="25527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656707" y="25146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Test camera module and image capture quality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428107" y="2996883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3656707" y="3073083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Verify fingerprint sensor functionality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437632" y="34671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656707" y="3543300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Test LCD display and user interface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429000" y="4605338"/>
            <a:ext cx="2438400" cy="9525"/>
          </a:xfrm>
          <a:custGeom>
            <a:rect b="b" l="l" r="r" t="t"/>
            <a:pathLst>
              <a:path extrusionOk="0" h="9525" w="2438400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3457575" y="4743450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695700" y="4724400"/>
            <a:ext cx="2124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810FA"/>
                </a:solidFill>
                <a:latin typeface="Arial"/>
                <a:ea typeface="Arial"/>
                <a:cs typeface="Arial"/>
                <a:sym typeface="Arial"/>
              </a:rPr>
              <a:t>Milestone: Hardware operational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172200" y="1314450"/>
            <a:ext cx="2743200" cy="3752850"/>
          </a:xfrm>
          <a:custGeom>
            <a:rect b="b" l="l" r="r" t="t"/>
            <a:pathLst>
              <a:path extrusionOk="0" h="375285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600438"/>
                </a:lnTo>
                <a:cubicBezTo>
                  <a:pt x="2743200" y="3684613"/>
                  <a:pt x="2674963" y="3752850"/>
                  <a:pt x="2590788" y="3752850"/>
                </a:cubicBezTo>
                <a:lnTo>
                  <a:pt x="152412" y="3752850"/>
                </a:lnTo>
                <a:cubicBezTo>
                  <a:pt x="68237" y="3752850"/>
                  <a:pt x="0" y="3684613"/>
                  <a:pt x="0" y="3600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172200" y="1314450"/>
            <a:ext cx="2743200" cy="38100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6324600" y="1485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276975" y="14859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896100" y="1485900"/>
            <a:ext cx="1933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Software Development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210425" y="1752600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Week 5-6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324600" y="2095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552679" y="20574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Implement face recognition using OpenCV/Dlib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338888" y="25527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582742" y="2514600"/>
            <a:ext cx="22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Develop fingerprint matching algorithm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324600" y="30099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554986" y="29718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Create offline storage system with CSV export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324600" y="34671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557218" y="34290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Build bilingual user interface (English + Hindi)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324600" y="4605338"/>
            <a:ext cx="2438400" cy="9525"/>
          </a:xfrm>
          <a:custGeom>
            <a:rect b="b" l="l" r="r" t="t"/>
            <a:pathLst>
              <a:path extrusionOk="0" h="9525" w="2438400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182" name="Google Shape;182;p4"/>
          <p:cNvSpPr/>
          <p:nvPr/>
        </p:nvSpPr>
        <p:spPr>
          <a:xfrm>
            <a:off x="6353175" y="4743450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591300" y="4724400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A63E"/>
                </a:solidFill>
                <a:latin typeface="Arial"/>
                <a:ea typeface="Arial"/>
                <a:cs typeface="Arial"/>
                <a:sym typeface="Arial"/>
              </a:rPr>
              <a:t>Milestone: Software functional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067800" y="1314450"/>
            <a:ext cx="2743200" cy="3752850"/>
          </a:xfrm>
          <a:custGeom>
            <a:rect b="b" l="l" r="r" t="t"/>
            <a:pathLst>
              <a:path extrusionOk="0" h="375285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600438"/>
                </a:lnTo>
                <a:cubicBezTo>
                  <a:pt x="2743200" y="3684613"/>
                  <a:pt x="2674963" y="3752850"/>
                  <a:pt x="2590788" y="3752850"/>
                </a:cubicBezTo>
                <a:lnTo>
                  <a:pt x="152412" y="3752850"/>
                </a:lnTo>
                <a:cubicBezTo>
                  <a:pt x="68237" y="3752850"/>
                  <a:pt x="0" y="3684613"/>
                  <a:pt x="0" y="3600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rotWithShape="0" algn="bl" dir="5400000" dist="952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9067800" y="1314450"/>
            <a:ext cx="2743200" cy="38100"/>
          </a:xfrm>
          <a:custGeom>
            <a:rect b="b" l="l" r="r" t="t"/>
            <a:pathLst>
              <a:path extrusionOk="0" h="38100" w="27432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9220200" y="1619250"/>
            <a:ext cx="419100" cy="457200"/>
          </a:xfrm>
          <a:custGeom>
            <a:rect b="b" l="l" r="r" t="t"/>
            <a:pathLst>
              <a:path extrusionOk="0" h="457200" w="419100">
                <a:moveTo>
                  <a:pt x="209550" y="0"/>
                </a:moveTo>
                <a:lnTo>
                  <a:pt x="209550" y="0"/>
                </a:lnTo>
                <a:cubicBezTo>
                  <a:pt x="325204" y="0"/>
                  <a:pt x="419100" y="93896"/>
                  <a:pt x="419100" y="209550"/>
                </a:cubicBezTo>
                <a:lnTo>
                  <a:pt x="419100" y="247650"/>
                </a:lnTo>
                <a:cubicBezTo>
                  <a:pt x="419100" y="363304"/>
                  <a:pt x="325204" y="457200"/>
                  <a:pt x="209550" y="457200"/>
                </a:cubicBezTo>
                <a:lnTo>
                  <a:pt x="209550" y="457200"/>
                </a:lnTo>
                <a:cubicBezTo>
                  <a:pt x="93896" y="457200"/>
                  <a:pt x="0" y="363304"/>
                  <a:pt x="0" y="2476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9172575" y="1619250"/>
            <a:ext cx="51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9752261" y="1485900"/>
            <a:ext cx="19907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Integration &amp; Deployment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0077381" y="2000250"/>
            <a:ext cx="1971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A7282"/>
                </a:solidFill>
                <a:latin typeface="Arial"/>
                <a:ea typeface="Arial"/>
                <a:cs typeface="Arial"/>
                <a:sym typeface="Arial"/>
              </a:rPr>
              <a:t>Week 7-8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9220200" y="23622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9452967" y="2324100"/>
            <a:ext cx="22764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Integrate hardware and software components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215438" y="28194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9440540" y="27813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Test in real school environment with 50+ students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9239250" y="32766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9486900" y="3238500"/>
            <a:ext cx="2152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Train teachers on system operation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9239250" y="35433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9486900" y="3505200"/>
            <a:ext cx="214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Gather feedback and refine system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9220200" y="4605338"/>
            <a:ext cx="2438400" cy="9525"/>
          </a:xfrm>
          <a:custGeom>
            <a:rect b="b" l="l" r="r" t="t"/>
            <a:pathLst>
              <a:path extrusionOk="0" h="9525" w="2438400">
                <a:moveTo>
                  <a:pt x="0" y="0"/>
                </a:moveTo>
                <a:lnTo>
                  <a:pt x="2438400" y="0"/>
                </a:lnTo>
                <a:lnTo>
                  <a:pt x="2438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199" name="Google Shape;199;p4"/>
          <p:cNvSpPr/>
          <p:nvPr/>
        </p:nvSpPr>
        <p:spPr>
          <a:xfrm>
            <a:off x="9248775" y="4743450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9486900" y="4724400"/>
            <a:ext cx="1857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54900"/>
                </a:solidFill>
                <a:latin typeface="Arial"/>
                <a:ea typeface="Arial"/>
                <a:cs typeface="Arial"/>
                <a:sym typeface="Arial"/>
              </a:rPr>
              <a:t>Milestone: Production ready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00050" y="5219700"/>
            <a:ext cx="11410950" cy="1257300"/>
          </a:xfrm>
          <a:custGeom>
            <a:rect b="b" l="l" r="r" t="t"/>
            <a:pathLst>
              <a:path extrusionOk="0" h="1257300" w="11410950">
                <a:moveTo>
                  <a:pt x="38100" y="0"/>
                </a:moveTo>
                <a:lnTo>
                  <a:pt x="11296649" y="0"/>
                </a:lnTo>
                <a:cubicBezTo>
                  <a:pt x="11359733" y="0"/>
                  <a:pt x="11410950" y="51217"/>
                  <a:pt x="11410950" y="114301"/>
                </a:cubicBezTo>
                <a:lnTo>
                  <a:pt x="11410950" y="1142999"/>
                </a:lnTo>
                <a:cubicBezTo>
                  <a:pt x="11410950" y="1206083"/>
                  <a:pt x="11359733" y="1257300"/>
                  <a:pt x="1129664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400050" y="5219700"/>
            <a:ext cx="38100" cy="1257300"/>
          </a:xfrm>
          <a:custGeom>
            <a:rect b="b" l="l" r="r" t="t"/>
            <a:pathLst>
              <a:path extrusionOk="0" h="1257300" w="381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571500" y="53721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685800" y="548640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1104900" y="5372100"/>
            <a:ext cx="10639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Risk &amp; Contingency Plan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104900" y="5715000"/>
            <a:ext cx="5267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C10007"/>
                </a:solidFill>
                <a:latin typeface="Arial"/>
                <a:ea typeface="Arial"/>
                <a:cs typeface="Arial"/>
                <a:sym typeface="Arial"/>
              </a:rPr>
              <a:t>Risk: Component Delivery Delays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104900" y="6038850"/>
            <a:ext cx="5267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International shipping may cause 2-3 week delays for Raspberry Pi and Camera Module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6457950" y="5715000"/>
            <a:ext cx="5267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8236"/>
                </a:solidFill>
                <a:latin typeface="Arial"/>
                <a:ea typeface="Arial"/>
                <a:cs typeface="Arial"/>
                <a:sym typeface="Arial"/>
              </a:rPr>
              <a:t>Contingency: Local Vendor Sourcing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6457950" y="5943600"/>
            <a:ext cx="5267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Identify local electronics vendors (Robocraze, Amazon India) with 3-5 day delivery. Maintain 1-week buffer in timeline.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81000" y="6524625"/>
            <a:ext cx="27860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lang="en-US" sz="10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N25C01A0178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| Problem ID: MC-11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/>
          <p:nvPr/>
        </p:nvSpPr>
        <p:spPr>
          <a:xfrm>
            <a:off x="323395" y="323395"/>
            <a:ext cx="11666483" cy="291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0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Impact &amp; Why This Team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323395" y="679130"/>
            <a:ext cx="776149" cy="32340"/>
          </a:xfrm>
          <a:custGeom>
            <a:rect b="b" l="l" r="r" t="t"/>
            <a:pathLst>
              <a:path extrusionOk="0" h="32340" w="776149">
                <a:moveTo>
                  <a:pt x="16170" y="0"/>
                </a:moveTo>
                <a:lnTo>
                  <a:pt x="759979" y="0"/>
                </a:lnTo>
                <a:cubicBezTo>
                  <a:pt x="768909" y="0"/>
                  <a:pt x="776149" y="7239"/>
                  <a:pt x="776149" y="16170"/>
                </a:cubicBezTo>
                <a:lnTo>
                  <a:pt x="776149" y="16170"/>
                </a:lnTo>
                <a:cubicBezTo>
                  <a:pt x="776149" y="25100"/>
                  <a:pt x="768909" y="32340"/>
                  <a:pt x="759979" y="32340"/>
                </a:cubicBezTo>
                <a:lnTo>
                  <a:pt x="16170" y="32340"/>
                </a:lnTo>
                <a:cubicBezTo>
                  <a:pt x="7245" y="32340"/>
                  <a:pt x="0" y="25094"/>
                  <a:pt x="0" y="16170"/>
                </a:cubicBezTo>
                <a:lnTo>
                  <a:pt x="0" y="16170"/>
                </a:lnTo>
                <a:cubicBezTo>
                  <a:pt x="0" y="7245"/>
                  <a:pt x="7245" y="0"/>
                  <a:pt x="16170" y="0"/>
                </a:cubicBez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39565" y="993413"/>
            <a:ext cx="5659416" cy="3977761"/>
          </a:xfrm>
          <a:custGeom>
            <a:rect b="b" l="l" r="r" t="t"/>
            <a:pathLst>
              <a:path extrusionOk="0" h="3977761" w="5659416">
                <a:moveTo>
                  <a:pt x="32340" y="0"/>
                </a:moveTo>
                <a:lnTo>
                  <a:pt x="5530060" y="0"/>
                </a:lnTo>
                <a:cubicBezTo>
                  <a:pt x="5601501" y="0"/>
                  <a:pt x="5659416" y="57915"/>
                  <a:pt x="5659416" y="129357"/>
                </a:cubicBezTo>
                <a:lnTo>
                  <a:pt x="5659416" y="3848404"/>
                </a:lnTo>
                <a:cubicBezTo>
                  <a:pt x="5659416" y="3919846"/>
                  <a:pt x="5601501" y="3977761"/>
                  <a:pt x="5530060" y="3977761"/>
                </a:cubicBezTo>
                <a:lnTo>
                  <a:pt x="32340" y="3977761"/>
                </a:lnTo>
                <a:cubicBezTo>
                  <a:pt x="14479" y="3977761"/>
                  <a:pt x="0" y="3963282"/>
                  <a:pt x="0" y="3945422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21273" rotWithShape="0" algn="bl" dir="5400000" dist="8084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339565" y="840828"/>
            <a:ext cx="32340" cy="3977761"/>
          </a:xfrm>
          <a:custGeom>
            <a:rect b="b" l="l" r="r" t="t"/>
            <a:pathLst>
              <a:path extrusionOk="0" h="3977761" w="32340">
                <a:moveTo>
                  <a:pt x="32340" y="0"/>
                </a:moveTo>
                <a:lnTo>
                  <a:pt x="32340" y="0"/>
                </a:lnTo>
                <a:lnTo>
                  <a:pt x="32340" y="3977761"/>
                </a:lnTo>
                <a:lnTo>
                  <a:pt x="32340" y="3977761"/>
                </a:lnTo>
                <a:cubicBezTo>
                  <a:pt x="14479" y="3977761"/>
                  <a:pt x="0" y="3963282"/>
                  <a:pt x="0" y="3945422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457368" y="1083879"/>
            <a:ext cx="323395" cy="323395"/>
          </a:xfrm>
          <a:custGeom>
            <a:rect b="b" l="l" r="r" t="t"/>
            <a:pathLst>
              <a:path extrusionOk="0" h="323395" w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545273" y="1163719"/>
            <a:ext cx="145528" cy="145528"/>
          </a:xfrm>
          <a:custGeom>
            <a:rect b="b" l="l" r="r" t="t"/>
            <a:pathLst>
              <a:path extrusionOk="0" h="145528" w="145528">
                <a:moveTo>
                  <a:pt x="18191" y="18191"/>
                </a:moveTo>
                <a:cubicBezTo>
                  <a:pt x="18191" y="13160"/>
                  <a:pt x="14126" y="9095"/>
                  <a:pt x="9095" y="9095"/>
                </a:cubicBezTo>
                <a:cubicBezTo>
                  <a:pt x="4065" y="9095"/>
                  <a:pt x="0" y="13160"/>
                  <a:pt x="0" y="18191"/>
                </a:cubicBezTo>
                <a:lnTo>
                  <a:pt x="0" y="113694"/>
                </a:lnTo>
                <a:cubicBezTo>
                  <a:pt x="0" y="126257"/>
                  <a:pt x="10176" y="136432"/>
                  <a:pt x="22739" y="136432"/>
                </a:cubicBezTo>
                <a:lnTo>
                  <a:pt x="136432" y="136432"/>
                </a:lnTo>
                <a:cubicBezTo>
                  <a:pt x="141463" y="136432"/>
                  <a:pt x="145528" y="132368"/>
                  <a:pt x="145528" y="127337"/>
                </a:cubicBezTo>
                <a:cubicBezTo>
                  <a:pt x="145528" y="122306"/>
                  <a:pt x="141463" y="118241"/>
                  <a:pt x="136432" y="118241"/>
                </a:cubicBezTo>
                <a:lnTo>
                  <a:pt x="22739" y="118241"/>
                </a:lnTo>
                <a:cubicBezTo>
                  <a:pt x="20237" y="118241"/>
                  <a:pt x="18191" y="116195"/>
                  <a:pt x="18191" y="113694"/>
                </a:cubicBezTo>
                <a:lnTo>
                  <a:pt x="18191" y="18191"/>
                </a:lnTo>
                <a:close/>
                <a:moveTo>
                  <a:pt x="133761" y="42806"/>
                </a:moveTo>
                <a:cubicBezTo>
                  <a:pt x="137313" y="39253"/>
                  <a:pt x="137313" y="33483"/>
                  <a:pt x="133761" y="29930"/>
                </a:cubicBezTo>
                <a:cubicBezTo>
                  <a:pt x="130208" y="26377"/>
                  <a:pt x="124438" y="26377"/>
                  <a:pt x="120885" y="29930"/>
                </a:cubicBezTo>
                <a:lnTo>
                  <a:pt x="90955" y="59888"/>
                </a:lnTo>
                <a:lnTo>
                  <a:pt x="74640" y="43602"/>
                </a:lnTo>
                <a:cubicBezTo>
                  <a:pt x="71087" y="40049"/>
                  <a:pt x="65317" y="40049"/>
                  <a:pt x="61764" y="43602"/>
                </a:cubicBezTo>
                <a:lnTo>
                  <a:pt x="34478" y="70888"/>
                </a:lnTo>
                <a:cubicBezTo>
                  <a:pt x="30925" y="74441"/>
                  <a:pt x="30925" y="80211"/>
                  <a:pt x="34478" y="83764"/>
                </a:cubicBezTo>
                <a:cubicBezTo>
                  <a:pt x="38031" y="87317"/>
                  <a:pt x="43800" y="87317"/>
                  <a:pt x="47353" y="83764"/>
                </a:cubicBezTo>
                <a:lnTo>
                  <a:pt x="68216" y="62901"/>
                </a:lnTo>
                <a:lnTo>
                  <a:pt x="84531" y="79216"/>
                </a:lnTo>
                <a:cubicBezTo>
                  <a:pt x="88084" y="82769"/>
                  <a:pt x="93854" y="82769"/>
                  <a:pt x="97407" y="79216"/>
                </a:cubicBezTo>
                <a:lnTo>
                  <a:pt x="133789" y="42834"/>
                </a:lnTo>
                <a:close/>
              </a:path>
            </a:pathLst>
          </a:custGeom>
          <a:solidFill>
            <a:srgbClr val="155D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881252" y="1118510"/>
            <a:ext cx="1317836" cy="22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WHO 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44954" y="1777666"/>
            <a:ext cx="363248" cy="258716"/>
          </a:xfrm>
          <a:custGeom>
            <a:rect b="b" l="l" r="r" t="t"/>
            <a:pathLst>
              <a:path extrusionOk="0" h="258716" w="258716">
                <a:moveTo>
                  <a:pt x="64679" y="0"/>
                </a:moveTo>
                <a:lnTo>
                  <a:pt x="194037" y="0"/>
                </a:lnTo>
                <a:cubicBezTo>
                  <a:pt x="229734" y="0"/>
                  <a:pt x="258716" y="28982"/>
                  <a:pt x="258716" y="64679"/>
                </a:cubicBezTo>
                <a:lnTo>
                  <a:pt x="258716" y="194037"/>
                </a:lnTo>
                <a:cubicBezTo>
                  <a:pt x="258716" y="229734"/>
                  <a:pt x="229734" y="258716"/>
                  <a:pt x="194037" y="258716"/>
                </a:cubicBezTo>
                <a:lnTo>
                  <a:pt x="64679" y="258716"/>
                </a:lnTo>
                <a:cubicBezTo>
                  <a:pt x="28982" y="258716"/>
                  <a:pt x="0" y="229734"/>
                  <a:pt x="0" y="194037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2B7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60837" y="1827183"/>
            <a:ext cx="371905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1.5M+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85293" y="1665486"/>
            <a:ext cx="3727130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Rural Schools in India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81250" y="1899947"/>
            <a:ext cx="3796374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Based on ASER 2024 data - 1.5+ million government schools can benefit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47632" y="2562908"/>
            <a:ext cx="360568" cy="258716"/>
          </a:xfrm>
          <a:custGeom>
            <a:rect b="b" l="l" r="r" t="t"/>
            <a:pathLst>
              <a:path extrusionOk="0" h="258716" w="258716">
                <a:moveTo>
                  <a:pt x="64679" y="0"/>
                </a:moveTo>
                <a:lnTo>
                  <a:pt x="194037" y="0"/>
                </a:lnTo>
                <a:cubicBezTo>
                  <a:pt x="229734" y="0"/>
                  <a:pt x="258716" y="28982"/>
                  <a:pt x="258716" y="64679"/>
                </a:cubicBezTo>
                <a:lnTo>
                  <a:pt x="258716" y="194037"/>
                </a:lnTo>
                <a:cubicBezTo>
                  <a:pt x="258716" y="229734"/>
                  <a:pt x="229734" y="258716"/>
                  <a:pt x="194037" y="258716"/>
                </a:cubicBezTo>
                <a:lnTo>
                  <a:pt x="64679" y="258716"/>
                </a:lnTo>
                <a:cubicBezTo>
                  <a:pt x="28982" y="258716"/>
                  <a:pt x="0" y="229734"/>
                  <a:pt x="0" y="194037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51793" y="2642847"/>
            <a:ext cx="113188" cy="113188"/>
          </a:xfrm>
          <a:custGeom>
            <a:rect b="b" l="l" r="r" t="t"/>
            <a:pathLst>
              <a:path extrusionOk="0" h="113188" w="113188">
                <a:moveTo>
                  <a:pt x="56594" y="0"/>
                </a:moveTo>
                <a:cubicBezTo>
                  <a:pt x="87829" y="0"/>
                  <a:pt x="113188" y="25359"/>
                  <a:pt x="113188" y="56594"/>
                </a:cubicBezTo>
                <a:cubicBezTo>
                  <a:pt x="113188" y="87829"/>
                  <a:pt x="87829" y="113188"/>
                  <a:pt x="56594" y="113188"/>
                </a:cubicBezTo>
                <a:cubicBezTo>
                  <a:pt x="25359" y="113188"/>
                  <a:pt x="0" y="87829"/>
                  <a:pt x="0" y="56594"/>
                </a:cubicBezTo>
                <a:cubicBezTo>
                  <a:pt x="0" y="25359"/>
                  <a:pt x="25359" y="0"/>
                  <a:pt x="56594" y="0"/>
                </a:cubicBezTo>
                <a:close/>
                <a:moveTo>
                  <a:pt x="51288" y="26529"/>
                </a:moveTo>
                <a:lnTo>
                  <a:pt x="51288" y="56594"/>
                </a:lnTo>
                <a:cubicBezTo>
                  <a:pt x="51288" y="58363"/>
                  <a:pt x="52173" y="60021"/>
                  <a:pt x="53654" y="61016"/>
                </a:cubicBezTo>
                <a:lnTo>
                  <a:pt x="74877" y="75164"/>
                </a:lnTo>
                <a:cubicBezTo>
                  <a:pt x="77309" y="76800"/>
                  <a:pt x="80602" y="76137"/>
                  <a:pt x="82238" y="73683"/>
                </a:cubicBezTo>
                <a:cubicBezTo>
                  <a:pt x="83874" y="71229"/>
                  <a:pt x="83211" y="67957"/>
                  <a:pt x="80757" y="66321"/>
                </a:cubicBezTo>
                <a:lnTo>
                  <a:pt x="61900" y="53764"/>
                </a:lnTo>
                <a:lnTo>
                  <a:pt x="61900" y="26529"/>
                </a:lnTo>
                <a:cubicBezTo>
                  <a:pt x="61900" y="23588"/>
                  <a:pt x="59534" y="21223"/>
                  <a:pt x="56594" y="21223"/>
                </a:cubicBezTo>
                <a:cubicBezTo>
                  <a:pt x="53654" y="21223"/>
                  <a:pt x="51288" y="23588"/>
                  <a:pt x="51288" y="265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889336" y="2453761"/>
            <a:ext cx="3177358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Teachers Save 60+ Hours/Year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89336" y="2682563"/>
            <a:ext cx="3396358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15-20 minutes daily saved = 60+ hours annually for instruction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44953" y="3339056"/>
            <a:ext cx="363247" cy="258716"/>
          </a:xfrm>
          <a:custGeom>
            <a:rect b="b" l="l" r="r" t="t"/>
            <a:pathLst>
              <a:path extrusionOk="0" h="258716" w="258716">
                <a:moveTo>
                  <a:pt x="64679" y="0"/>
                </a:moveTo>
                <a:lnTo>
                  <a:pt x="194037" y="0"/>
                </a:lnTo>
                <a:cubicBezTo>
                  <a:pt x="229734" y="0"/>
                  <a:pt x="258716" y="28982"/>
                  <a:pt x="258716" y="64679"/>
                </a:cubicBezTo>
                <a:lnTo>
                  <a:pt x="258716" y="194037"/>
                </a:lnTo>
                <a:cubicBezTo>
                  <a:pt x="258716" y="229734"/>
                  <a:pt x="229734" y="258716"/>
                  <a:pt x="194037" y="258716"/>
                </a:cubicBezTo>
                <a:lnTo>
                  <a:pt x="64679" y="258716"/>
                </a:lnTo>
                <a:cubicBezTo>
                  <a:pt x="28982" y="258716"/>
                  <a:pt x="0" y="229734"/>
                  <a:pt x="0" y="194037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564812" y="3425127"/>
            <a:ext cx="93986" cy="113188"/>
          </a:xfrm>
          <a:custGeom>
            <a:rect b="b" l="l" r="r" t="t"/>
            <a:pathLst>
              <a:path extrusionOk="0" h="113188" w="99040">
                <a:moveTo>
                  <a:pt x="42446" y="28297"/>
                </a:moveTo>
                <a:cubicBezTo>
                  <a:pt x="42446" y="16584"/>
                  <a:pt x="32936" y="7074"/>
                  <a:pt x="21223" y="7074"/>
                </a:cubicBezTo>
                <a:cubicBezTo>
                  <a:pt x="9510" y="7074"/>
                  <a:pt x="0" y="16584"/>
                  <a:pt x="0" y="28297"/>
                </a:cubicBezTo>
                <a:cubicBezTo>
                  <a:pt x="0" y="40010"/>
                  <a:pt x="9510" y="49520"/>
                  <a:pt x="21223" y="49520"/>
                </a:cubicBezTo>
                <a:cubicBezTo>
                  <a:pt x="32936" y="49520"/>
                  <a:pt x="42446" y="40010"/>
                  <a:pt x="42446" y="28297"/>
                </a:cubicBezTo>
                <a:close/>
                <a:moveTo>
                  <a:pt x="99040" y="84891"/>
                </a:moveTo>
                <a:cubicBezTo>
                  <a:pt x="99040" y="73178"/>
                  <a:pt x="89530" y="63668"/>
                  <a:pt x="77817" y="63668"/>
                </a:cubicBezTo>
                <a:cubicBezTo>
                  <a:pt x="66104" y="63668"/>
                  <a:pt x="56594" y="73178"/>
                  <a:pt x="56594" y="84891"/>
                </a:cubicBezTo>
                <a:cubicBezTo>
                  <a:pt x="56594" y="96604"/>
                  <a:pt x="66104" y="106114"/>
                  <a:pt x="77817" y="106114"/>
                </a:cubicBezTo>
                <a:cubicBezTo>
                  <a:pt x="89530" y="106114"/>
                  <a:pt x="99040" y="96604"/>
                  <a:pt x="99040" y="84891"/>
                </a:cubicBezTo>
                <a:close/>
                <a:moveTo>
                  <a:pt x="96962" y="19145"/>
                </a:moveTo>
                <a:cubicBezTo>
                  <a:pt x="99725" y="16381"/>
                  <a:pt x="99725" y="11894"/>
                  <a:pt x="96962" y="9130"/>
                </a:cubicBezTo>
                <a:cubicBezTo>
                  <a:pt x="94198" y="6367"/>
                  <a:pt x="89711" y="6367"/>
                  <a:pt x="86947" y="9130"/>
                </a:cubicBezTo>
                <a:lnTo>
                  <a:pt x="2056" y="94021"/>
                </a:lnTo>
                <a:cubicBezTo>
                  <a:pt x="-707" y="96785"/>
                  <a:pt x="-707" y="101273"/>
                  <a:pt x="2056" y="104036"/>
                </a:cubicBezTo>
                <a:cubicBezTo>
                  <a:pt x="4819" y="106799"/>
                  <a:pt x="9307" y="106799"/>
                  <a:pt x="12070" y="104036"/>
                </a:cubicBezTo>
                <a:lnTo>
                  <a:pt x="96962" y="191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889336" y="3298631"/>
            <a:ext cx="2959066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90% Reduction in Errors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889336" y="3526016"/>
            <a:ext cx="3225867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Automated system eliminates manual data entry mistakes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47632" y="4139459"/>
            <a:ext cx="360568" cy="258716"/>
          </a:xfrm>
          <a:custGeom>
            <a:rect b="b" l="l" r="r" t="t"/>
            <a:pathLst>
              <a:path extrusionOk="0" h="258716" w="258716">
                <a:moveTo>
                  <a:pt x="64679" y="0"/>
                </a:moveTo>
                <a:lnTo>
                  <a:pt x="194037" y="0"/>
                </a:lnTo>
                <a:cubicBezTo>
                  <a:pt x="229734" y="0"/>
                  <a:pt x="258716" y="28982"/>
                  <a:pt x="258716" y="64679"/>
                </a:cubicBezTo>
                <a:lnTo>
                  <a:pt x="258716" y="194037"/>
                </a:lnTo>
                <a:cubicBezTo>
                  <a:pt x="258716" y="229734"/>
                  <a:pt x="229734" y="258716"/>
                  <a:pt x="194037" y="258716"/>
                </a:cubicBezTo>
                <a:lnTo>
                  <a:pt x="64679" y="258716"/>
                </a:lnTo>
                <a:cubicBezTo>
                  <a:pt x="28982" y="258716"/>
                  <a:pt x="0" y="229734"/>
                  <a:pt x="0" y="194037"/>
                </a:cubicBezTo>
                <a:lnTo>
                  <a:pt x="0" y="64679"/>
                </a:lnTo>
                <a:cubicBezTo>
                  <a:pt x="0" y="28982"/>
                  <a:pt x="28982" y="0"/>
                  <a:pt x="64679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571835" y="4211314"/>
            <a:ext cx="84891" cy="113188"/>
          </a:xfrm>
          <a:custGeom>
            <a:rect b="b" l="l" r="r" t="t"/>
            <a:pathLst>
              <a:path extrusionOk="0" h="113188" w="84891">
                <a:moveTo>
                  <a:pt x="3537" y="14149"/>
                </a:moveTo>
                <a:cubicBezTo>
                  <a:pt x="3537" y="6345"/>
                  <a:pt x="9882" y="0"/>
                  <a:pt x="17686" y="0"/>
                </a:cubicBezTo>
                <a:lnTo>
                  <a:pt x="67206" y="0"/>
                </a:lnTo>
                <a:cubicBezTo>
                  <a:pt x="75009" y="0"/>
                  <a:pt x="81354" y="6345"/>
                  <a:pt x="81354" y="14149"/>
                </a:cubicBezTo>
                <a:lnTo>
                  <a:pt x="81354" y="99040"/>
                </a:lnTo>
                <a:cubicBezTo>
                  <a:pt x="81354" y="106844"/>
                  <a:pt x="75009" y="113188"/>
                  <a:pt x="67206" y="113188"/>
                </a:cubicBezTo>
                <a:lnTo>
                  <a:pt x="17686" y="113188"/>
                </a:lnTo>
                <a:cubicBezTo>
                  <a:pt x="9882" y="113188"/>
                  <a:pt x="3537" y="106844"/>
                  <a:pt x="3537" y="99040"/>
                </a:cubicBezTo>
                <a:lnTo>
                  <a:pt x="3537" y="14149"/>
                </a:lnTo>
                <a:close/>
                <a:moveTo>
                  <a:pt x="17686" y="14149"/>
                </a:moveTo>
                <a:lnTo>
                  <a:pt x="17686" y="81354"/>
                </a:lnTo>
                <a:lnTo>
                  <a:pt x="67206" y="81354"/>
                </a:lnTo>
                <a:lnTo>
                  <a:pt x="67206" y="14149"/>
                </a:lnTo>
                <a:lnTo>
                  <a:pt x="17686" y="14149"/>
                </a:lnTo>
                <a:close/>
                <a:moveTo>
                  <a:pt x="42446" y="104345"/>
                </a:moveTo>
                <a:cubicBezTo>
                  <a:pt x="46359" y="104345"/>
                  <a:pt x="49520" y="101184"/>
                  <a:pt x="49520" y="97271"/>
                </a:cubicBezTo>
                <a:cubicBezTo>
                  <a:pt x="49520" y="93358"/>
                  <a:pt x="46359" y="90197"/>
                  <a:pt x="42446" y="90197"/>
                </a:cubicBezTo>
                <a:cubicBezTo>
                  <a:pt x="38533" y="90197"/>
                  <a:pt x="35371" y="93358"/>
                  <a:pt x="35371" y="97271"/>
                </a:cubicBezTo>
                <a:cubicBezTo>
                  <a:pt x="35371" y="101184"/>
                  <a:pt x="38533" y="104345"/>
                  <a:pt x="42446" y="1043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889336" y="4037152"/>
            <a:ext cx="3088424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Parent Engagement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83187" y="4279698"/>
            <a:ext cx="3238164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SMS alerts keep parents informed about student attendance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39565" y="4947947"/>
            <a:ext cx="5659416" cy="1584637"/>
          </a:xfrm>
          <a:custGeom>
            <a:rect b="b" l="l" r="r" t="t"/>
            <a:pathLst>
              <a:path extrusionOk="0" h="1584637" w="5659416">
                <a:moveTo>
                  <a:pt x="32340" y="0"/>
                </a:moveTo>
                <a:lnTo>
                  <a:pt x="5530063" y="0"/>
                </a:lnTo>
                <a:cubicBezTo>
                  <a:pt x="5601503" y="0"/>
                  <a:pt x="5659416" y="57914"/>
                  <a:pt x="5659416" y="129354"/>
                </a:cubicBezTo>
                <a:lnTo>
                  <a:pt x="5659416" y="1455283"/>
                </a:lnTo>
                <a:cubicBezTo>
                  <a:pt x="5659416" y="1526723"/>
                  <a:pt x="5601503" y="1584637"/>
                  <a:pt x="5530063" y="1584637"/>
                </a:cubicBezTo>
                <a:lnTo>
                  <a:pt x="32340" y="1584637"/>
                </a:lnTo>
                <a:cubicBezTo>
                  <a:pt x="14479" y="1584637"/>
                  <a:pt x="0" y="1570158"/>
                  <a:pt x="0" y="1552297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21273" rotWithShape="0" algn="bl" dir="5400000" dist="8084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339565" y="4947947"/>
            <a:ext cx="32340" cy="1584637"/>
          </a:xfrm>
          <a:custGeom>
            <a:rect b="b" l="l" r="r" t="t"/>
            <a:pathLst>
              <a:path extrusionOk="0" h="1584637" w="32340">
                <a:moveTo>
                  <a:pt x="32340" y="0"/>
                </a:moveTo>
                <a:lnTo>
                  <a:pt x="32340" y="0"/>
                </a:lnTo>
                <a:lnTo>
                  <a:pt x="32340" y="1584637"/>
                </a:lnTo>
                <a:lnTo>
                  <a:pt x="32340" y="1584637"/>
                </a:lnTo>
                <a:cubicBezTo>
                  <a:pt x="14479" y="1584637"/>
                  <a:pt x="0" y="1570158"/>
                  <a:pt x="0" y="1552297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517432" y="5109645"/>
            <a:ext cx="323395" cy="323395"/>
          </a:xfrm>
          <a:custGeom>
            <a:rect b="b" l="l" r="r" t="t"/>
            <a:pathLst>
              <a:path extrusionOk="0" h="323395" w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626578" y="5198578"/>
            <a:ext cx="109146" cy="145528"/>
          </a:xfrm>
          <a:custGeom>
            <a:rect b="b" l="l" r="r" t="t"/>
            <a:pathLst>
              <a:path extrusionOk="0" h="145528" w="109146">
                <a:moveTo>
                  <a:pt x="83252" y="109146"/>
                </a:moveTo>
                <a:cubicBezTo>
                  <a:pt x="85327" y="102807"/>
                  <a:pt x="89477" y="97066"/>
                  <a:pt x="94167" y="92120"/>
                </a:cubicBezTo>
                <a:cubicBezTo>
                  <a:pt x="103461" y="82343"/>
                  <a:pt x="109146" y="69126"/>
                  <a:pt x="109146" y="54573"/>
                </a:cubicBezTo>
                <a:cubicBezTo>
                  <a:pt x="109146" y="24444"/>
                  <a:pt x="84702" y="0"/>
                  <a:pt x="54573" y="0"/>
                </a:cubicBezTo>
                <a:cubicBezTo>
                  <a:pt x="24444" y="0"/>
                  <a:pt x="0" y="24444"/>
                  <a:pt x="0" y="54573"/>
                </a:cubicBezTo>
                <a:cubicBezTo>
                  <a:pt x="0" y="69126"/>
                  <a:pt x="5685" y="82343"/>
                  <a:pt x="14979" y="92120"/>
                </a:cubicBezTo>
                <a:cubicBezTo>
                  <a:pt x="19669" y="97066"/>
                  <a:pt x="23847" y="102807"/>
                  <a:pt x="25894" y="109146"/>
                </a:cubicBezTo>
                <a:lnTo>
                  <a:pt x="83224" y="109146"/>
                </a:lnTo>
                <a:close/>
                <a:moveTo>
                  <a:pt x="81859" y="122789"/>
                </a:moveTo>
                <a:lnTo>
                  <a:pt x="27286" y="122789"/>
                </a:lnTo>
                <a:lnTo>
                  <a:pt x="27286" y="127337"/>
                </a:lnTo>
                <a:cubicBezTo>
                  <a:pt x="27286" y="139900"/>
                  <a:pt x="37462" y="150076"/>
                  <a:pt x="50025" y="150076"/>
                </a:cubicBezTo>
                <a:lnTo>
                  <a:pt x="59121" y="150076"/>
                </a:lnTo>
                <a:cubicBezTo>
                  <a:pt x="71684" y="150076"/>
                  <a:pt x="81859" y="139900"/>
                  <a:pt x="81859" y="127337"/>
                </a:cubicBezTo>
                <a:lnTo>
                  <a:pt x="81859" y="122789"/>
                </a:lnTo>
                <a:close/>
                <a:moveTo>
                  <a:pt x="52299" y="31834"/>
                </a:moveTo>
                <a:cubicBezTo>
                  <a:pt x="40987" y="31834"/>
                  <a:pt x="31834" y="40987"/>
                  <a:pt x="31834" y="52299"/>
                </a:cubicBezTo>
                <a:cubicBezTo>
                  <a:pt x="31834" y="56079"/>
                  <a:pt x="28793" y="59121"/>
                  <a:pt x="25013" y="59121"/>
                </a:cubicBezTo>
                <a:cubicBezTo>
                  <a:pt x="21232" y="59121"/>
                  <a:pt x="18191" y="56079"/>
                  <a:pt x="18191" y="52299"/>
                </a:cubicBezTo>
                <a:cubicBezTo>
                  <a:pt x="18191" y="33454"/>
                  <a:pt x="33454" y="18191"/>
                  <a:pt x="52299" y="18191"/>
                </a:cubicBezTo>
                <a:cubicBezTo>
                  <a:pt x="56079" y="18191"/>
                  <a:pt x="59121" y="21232"/>
                  <a:pt x="59121" y="25013"/>
                </a:cubicBezTo>
                <a:cubicBezTo>
                  <a:pt x="59121" y="28793"/>
                  <a:pt x="56079" y="31834"/>
                  <a:pt x="52299" y="31834"/>
                </a:cubicBezTo>
                <a:close/>
              </a:path>
            </a:pathLst>
          </a:custGeom>
          <a:solidFill>
            <a:srgbClr val="981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937846" y="5158154"/>
            <a:ext cx="1746334" cy="22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WHAT'S INNOVATIVE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517432" y="5530058"/>
            <a:ext cx="5384531" cy="840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First truly offline-capable biometric attendance system</a:t>
            </a:r>
            <a:r>
              <a:rPr lang="en-US" sz="1018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 designed specifically for rural constraints. Unlike cloud-based solutions, our system works 100% without internet, runs on affordable hardware under ₹10,000, and features a bilingual interface (English + Regional language) for semi-literate users.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207357" y="840828"/>
            <a:ext cx="5659416" cy="3266292"/>
          </a:xfrm>
          <a:custGeom>
            <a:rect b="b" l="l" r="r" t="t"/>
            <a:pathLst>
              <a:path extrusionOk="0" h="3266292" w="5659416">
                <a:moveTo>
                  <a:pt x="32340" y="0"/>
                </a:moveTo>
                <a:lnTo>
                  <a:pt x="5530071" y="0"/>
                </a:lnTo>
                <a:cubicBezTo>
                  <a:pt x="5601507" y="0"/>
                  <a:pt x="5659416" y="57910"/>
                  <a:pt x="5659416" y="129345"/>
                </a:cubicBezTo>
                <a:lnTo>
                  <a:pt x="5659416" y="3136947"/>
                </a:lnTo>
                <a:cubicBezTo>
                  <a:pt x="5659416" y="3208382"/>
                  <a:pt x="5601507" y="3266292"/>
                  <a:pt x="5530071" y="3266292"/>
                </a:cubicBezTo>
                <a:lnTo>
                  <a:pt x="32340" y="3266292"/>
                </a:lnTo>
                <a:cubicBezTo>
                  <a:pt x="14479" y="3266292"/>
                  <a:pt x="0" y="3251813"/>
                  <a:pt x="0" y="3233952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21273" rotWithShape="0" algn="bl" dir="5400000" dist="80849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6207357" y="840828"/>
            <a:ext cx="32340" cy="3266292"/>
          </a:xfrm>
          <a:custGeom>
            <a:rect b="b" l="l" r="r" t="t"/>
            <a:pathLst>
              <a:path extrusionOk="0" h="3266292" w="32340">
                <a:moveTo>
                  <a:pt x="32340" y="0"/>
                </a:moveTo>
                <a:lnTo>
                  <a:pt x="32340" y="0"/>
                </a:lnTo>
                <a:lnTo>
                  <a:pt x="32340" y="3266292"/>
                </a:lnTo>
                <a:lnTo>
                  <a:pt x="32340" y="3266292"/>
                </a:lnTo>
                <a:cubicBezTo>
                  <a:pt x="14479" y="3266292"/>
                  <a:pt x="0" y="3251813"/>
                  <a:pt x="0" y="3233952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00C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6393866" y="1002525"/>
            <a:ext cx="323395" cy="323395"/>
          </a:xfrm>
          <a:custGeom>
            <a:rect b="b" l="l" r="r" t="t"/>
            <a:pathLst>
              <a:path extrusionOk="0" h="323395" w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6452283" y="1083374"/>
            <a:ext cx="181910" cy="145528"/>
          </a:xfrm>
          <a:custGeom>
            <a:rect b="b" l="l" r="r" t="t"/>
            <a:pathLst>
              <a:path extrusionOk="0" h="145528" w="181910">
                <a:moveTo>
                  <a:pt x="90955" y="4548"/>
                </a:moveTo>
                <a:cubicBezTo>
                  <a:pt x="107270" y="4548"/>
                  <a:pt x="120515" y="17793"/>
                  <a:pt x="120515" y="34108"/>
                </a:cubicBezTo>
                <a:cubicBezTo>
                  <a:pt x="120515" y="50423"/>
                  <a:pt x="107270" y="63668"/>
                  <a:pt x="90955" y="63668"/>
                </a:cubicBezTo>
                <a:cubicBezTo>
                  <a:pt x="74640" y="63668"/>
                  <a:pt x="61395" y="50423"/>
                  <a:pt x="61395" y="34108"/>
                </a:cubicBezTo>
                <a:cubicBezTo>
                  <a:pt x="61395" y="17793"/>
                  <a:pt x="74640" y="4548"/>
                  <a:pt x="90955" y="4548"/>
                </a:cubicBezTo>
                <a:close/>
                <a:moveTo>
                  <a:pt x="27286" y="25013"/>
                </a:moveTo>
                <a:cubicBezTo>
                  <a:pt x="38581" y="25013"/>
                  <a:pt x="47751" y="34183"/>
                  <a:pt x="47751" y="45477"/>
                </a:cubicBezTo>
                <a:cubicBezTo>
                  <a:pt x="47751" y="56772"/>
                  <a:pt x="38581" y="65942"/>
                  <a:pt x="27286" y="65942"/>
                </a:cubicBezTo>
                <a:cubicBezTo>
                  <a:pt x="15992" y="65942"/>
                  <a:pt x="6822" y="56772"/>
                  <a:pt x="6822" y="45477"/>
                </a:cubicBezTo>
                <a:cubicBezTo>
                  <a:pt x="6822" y="34183"/>
                  <a:pt x="15992" y="25013"/>
                  <a:pt x="27286" y="25013"/>
                </a:cubicBezTo>
                <a:close/>
                <a:moveTo>
                  <a:pt x="0" y="118241"/>
                </a:moveTo>
                <a:cubicBezTo>
                  <a:pt x="0" y="98146"/>
                  <a:pt x="16287" y="81859"/>
                  <a:pt x="36382" y="81859"/>
                </a:cubicBezTo>
                <a:cubicBezTo>
                  <a:pt x="40020" y="81859"/>
                  <a:pt x="43545" y="82399"/>
                  <a:pt x="46870" y="83394"/>
                </a:cubicBezTo>
                <a:cubicBezTo>
                  <a:pt x="37519" y="93854"/>
                  <a:pt x="31834" y="107668"/>
                  <a:pt x="31834" y="122789"/>
                </a:cubicBezTo>
                <a:lnTo>
                  <a:pt x="31834" y="127337"/>
                </a:lnTo>
                <a:cubicBezTo>
                  <a:pt x="31834" y="130577"/>
                  <a:pt x="32516" y="133647"/>
                  <a:pt x="33739" y="136432"/>
                </a:cubicBezTo>
                <a:lnTo>
                  <a:pt x="9095" y="136432"/>
                </a:lnTo>
                <a:cubicBezTo>
                  <a:pt x="4065" y="136432"/>
                  <a:pt x="0" y="132368"/>
                  <a:pt x="0" y="127337"/>
                </a:cubicBezTo>
                <a:lnTo>
                  <a:pt x="0" y="118241"/>
                </a:lnTo>
                <a:close/>
                <a:moveTo>
                  <a:pt x="148171" y="136432"/>
                </a:moveTo>
                <a:cubicBezTo>
                  <a:pt x="149393" y="133647"/>
                  <a:pt x="150076" y="130577"/>
                  <a:pt x="150076" y="127337"/>
                </a:cubicBezTo>
                <a:lnTo>
                  <a:pt x="150076" y="122789"/>
                </a:lnTo>
                <a:cubicBezTo>
                  <a:pt x="150076" y="107668"/>
                  <a:pt x="144391" y="93854"/>
                  <a:pt x="135040" y="83394"/>
                </a:cubicBezTo>
                <a:cubicBezTo>
                  <a:pt x="138365" y="82399"/>
                  <a:pt x="141890" y="81859"/>
                  <a:pt x="145528" y="81859"/>
                </a:cubicBezTo>
                <a:cubicBezTo>
                  <a:pt x="165623" y="81859"/>
                  <a:pt x="181910" y="98146"/>
                  <a:pt x="181910" y="118241"/>
                </a:cubicBezTo>
                <a:lnTo>
                  <a:pt x="181910" y="127337"/>
                </a:lnTo>
                <a:cubicBezTo>
                  <a:pt x="181910" y="132368"/>
                  <a:pt x="177845" y="136432"/>
                  <a:pt x="172814" y="136432"/>
                </a:cubicBezTo>
                <a:lnTo>
                  <a:pt x="148171" y="136432"/>
                </a:lnTo>
                <a:close/>
                <a:moveTo>
                  <a:pt x="134158" y="45477"/>
                </a:moveTo>
                <a:cubicBezTo>
                  <a:pt x="134158" y="34183"/>
                  <a:pt x="143328" y="25013"/>
                  <a:pt x="154623" y="25013"/>
                </a:cubicBezTo>
                <a:cubicBezTo>
                  <a:pt x="165918" y="25013"/>
                  <a:pt x="175088" y="34183"/>
                  <a:pt x="175088" y="45477"/>
                </a:cubicBezTo>
                <a:cubicBezTo>
                  <a:pt x="175088" y="56772"/>
                  <a:pt x="165918" y="65942"/>
                  <a:pt x="154623" y="65942"/>
                </a:cubicBezTo>
                <a:cubicBezTo>
                  <a:pt x="143328" y="65942"/>
                  <a:pt x="134158" y="56772"/>
                  <a:pt x="134158" y="45477"/>
                </a:cubicBezTo>
                <a:close/>
                <a:moveTo>
                  <a:pt x="45477" y="122789"/>
                </a:moveTo>
                <a:cubicBezTo>
                  <a:pt x="45477" y="97663"/>
                  <a:pt x="65829" y="77312"/>
                  <a:pt x="90955" y="77312"/>
                </a:cubicBezTo>
                <a:cubicBezTo>
                  <a:pt x="116081" y="77312"/>
                  <a:pt x="136432" y="97663"/>
                  <a:pt x="136432" y="122789"/>
                </a:cubicBezTo>
                <a:lnTo>
                  <a:pt x="136432" y="127337"/>
                </a:lnTo>
                <a:cubicBezTo>
                  <a:pt x="136432" y="132368"/>
                  <a:pt x="132368" y="136432"/>
                  <a:pt x="127337" y="136432"/>
                </a:cubicBezTo>
                <a:lnTo>
                  <a:pt x="54573" y="136432"/>
                </a:lnTo>
                <a:cubicBezTo>
                  <a:pt x="49542" y="136432"/>
                  <a:pt x="45477" y="132368"/>
                  <a:pt x="45477" y="127337"/>
                </a:cubicBezTo>
                <a:lnTo>
                  <a:pt x="45477" y="122789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6740959" y="1051034"/>
            <a:ext cx="1374430" cy="22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WHY THIS TEAM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6354717" y="1455279"/>
            <a:ext cx="5319851" cy="549772"/>
          </a:xfrm>
          <a:custGeom>
            <a:rect b="b" l="l" r="r" t="t"/>
            <a:pathLst>
              <a:path extrusionOk="0" h="549772" w="5319851">
                <a:moveTo>
                  <a:pt x="97018" y="0"/>
                </a:moveTo>
                <a:lnTo>
                  <a:pt x="5222833" y="0"/>
                </a:lnTo>
                <a:cubicBezTo>
                  <a:pt x="5276415" y="0"/>
                  <a:pt x="5319851" y="43437"/>
                  <a:pt x="5319851" y="97018"/>
                </a:cubicBezTo>
                <a:lnTo>
                  <a:pt x="5319851" y="452754"/>
                </a:lnTo>
                <a:cubicBezTo>
                  <a:pt x="5319851" y="506335"/>
                  <a:pt x="5276415" y="549772"/>
                  <a:pt x="5222833" y="549772"/>
                </a:cubicBezTo>
                <a:lnTo>
                  <a:pt x="97018" y="549772"/>
                </a:lnTo>
                <a:cubicBezTo>
                  <a:pt x="43437" y="549772"/>
                  <a:pt x="0" y="506335"/>
                  <a:pt x="0" y="452754"/>
                </a:cubicBezTo>
                <a:lnTo>
                  <a:pt x="0" y="97018"/>
                </a:lnTo>
                <a:cubicBezTo>
                  <a:pt x="0" y="43437"/>
                  <a:pt x="43437" y="0"/>
                  <a:pt x="97018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6474159" y="1681655"/>
            <a:ext cx="129358" cy="129358"/>
          </a:xfrm>
          <a:custGeom>
            <a:rect b="b" l="l" r="r" t="t"/>
            <a:pathLst>
              <a:path extrusionOk="0" h="129358" w="129358">
                <a:moveTo>
                  <a:pt x="44467" y="6064"/>
                </a:moveTo>
                <a:cubicBezTo>
                  <a:pt x="44467" y="2703"/>
                  <a:pt x="41763" y="0"/>
                  <a:pt x="38403" y="0"/>
                </a:cubicBezTo>
                <a:cubicBezTo>
                  <a:pt x="35043" y="0"/>
                  <a:pt x="32340" y="2703"/>
                  <a:pt x="32340" y="6064"/>
                </a:cubicBezTo>
                <a:lnTo>
                  <a:pt x="32340" y="16170"/>
                </a:lnTo>
                <a:cubicBezTo>
                  <a:pt x="23421" y="16170"/>
                  <a:pt x="16170" y="23421"/>
                  <a:pt x="16170" y="32340"/>
                </a:cubicBezTo>
                <a:lnTo>
                  <a:pt x="6064" y="32340"/>
                </a:lnTo>
                <a:cubicBezTo>
                  <a:pt x="2703" y="32340"/>
                  <a:pt x="0" y="35043"/>
                  <a:pt x="0" y="38403"/>
                </a:cubicBezTo>
                <a:cubicBezTo>
                  <a:pt x="0" y="41763"/>
                  <a:pt x="2703" y="44467"/>
                  <a:pt x="6064" y="44467"/>
                </a:cubicBezTo>
                <a:lnTo>
                  <a:pt x="16170" y="44467"/>
                </a:lnTo>
                <a:lnTo>
                  <a:pt x="16170" y="58615"/>
                </a:lnTo>
                <a:lnTo>
                  <a:pt x="6064" y="58615"/>
                </a:lnTo>
                <a:cubicBezTo>
                  <a:pt x="2703" y="58615"/>
                  <a:pt x="0" y="61319"/>
                  <a:pt x="0" y="64679"/>
                </a:cubicBezTo>
                <a:cubicBezTo>
                  <a:pt x="0" y="68039"/>
                  <a:pt x="2703" y="70743"/>
                  <a:pt x="6064" y="70743"/>
                </a:cubicBezTo>
                <a:lnTo>
                  <a:pt x="16170" y="70743"/>
                </a:lnTo>
                <a:lnTo>
                  <a:pt x="16170" y="84891"/>
                </a:lnTo>
                <a:lnTo>
                  <a:pt x="6064" y="84891"/>
                </a:lnTo>
                <a:cubicBezTo>
                  <a:pt x="2703" y="84891"/>
                  <a:pt x="0" y="87595"/>
                  <a:pt x="0" y="90955"/>
                </a:cubicBezTo>
                <a:cubicBezTo>
                  <a:pt x="0" y="94315"/>
                  <a:pt x="2703" y="97019"/>
                  <a:pt x="6064" y="97019"/>
                </a:cubicBezTo>
                <a:lnTo>
                  <a:pt x="16170" y="97019"/>
                </a:lnTo>
                <a:cubicBezTo>
                  <a:pt x="16170" y="105937"/>
                  <a:pt x="23421" y="113188"/>
                  <a:pt x="32340" y="113188"/>
                </a:cubicBezTo>
                <a:lnTo>
                  <a:pt x="32340" y="123294"/>
                </a:lnTo>
                <a:cubicBezTo>
                  <a:pt x="32340" y="126655"/>
                  <a:pt x="35043" y="129358"/>
                  <a:pt x="38403" y="129358"/>
                </a:cubicBezTo>
                <a:cubicBezTo>
                  <a:pt x="41763" y="129358"/>
                  <a:pt x="44467" y="126655"/>
                  <a:pt x="44467" y="123294"/>
                </a:cubicBezTo>
                <a:lnTo>
                  <a:pt x="44467" y="113188"/>
                </a:lnTo>
                <a:lnTo>
                  <a:pt x="58615" y="113188"/>
                </a:lnTo>
                <a:lnTo>
                  <a:pt x="58615" y="123294"/>
                </a:lnTo>
                <a:cubicBezTo>
                  <a:pt x="58615" y="126655"/>
                  <a:pt x="61319" y="129358"/>
                  <a:pt x="64679" y="129358"/>
                </a:cubicBezTo>
                <a:cubicBezTo>
                  <a:pt x="68039" y="129358"/>
                  <a:pt x="70743" y="126655"/>
                  <a:pt x="70743" y="123294"/>
                </a:cubicBezTo>
                <a:lnTo>
                  <a:pt x="70743" y="113188"/>
                </a:lnTo>
                <a:lnTo>
                  <a:pt x="84891" y="113188"/>
                </a:lnTo>
                <a:lnTo>
                  <a:pt x="84891" y="123294"/>
                </a:lnTo>
                <a:cubicBezTo>
                  <a:pt x="84891" y="126655"/>
                  <a:pt x="87595" y="129358"/>
                  <a:pt x="90955" y="129358"/>
                </a:cubicBezTo>
                <a:cubicBezTo>
                  <a:pt x="94315" y="129358"/>
                  <a:pt x="97019" y="126655"/>
                  <a:pt x="97019" y="123294"/>
                </a:cubicBezTo>
                <a:lnTo>
                  <a:pt x="97019" y="113188"/>
                </a:lnTo>
                <a:cubicBezTo>
                  <a:pt x="105937" y="113188"/>
                  <a:pt x="113188" y="105937"/>
                  <a:pt x="113188" y="97019"/>
                </a:cubicBezTo>
                <a:lnTo>
                  <a:pt x="123294" y="97019"/>
                </a:lnTo>
                <a:cubicBezTo>
                  <a:pt x="126655" y="97019"/>
                  <a:pt x="129358" y="94315"/>
                  <a:pt x="129358" y="90955"/>
                </a:cubicBezTo>
                <a:cubicBezTo>
                  <a:pt x="129358" y="87595"/>
                  <a:pt x="126655" y="84891"/>
                  <a:pt x="123294" y="84891"/>
                </a:cubicBezTo>
                <a:lnTo>
                  <a:pt x="113188" y="84891"/>
                </a:lnTo>
                <a:lnTo>
                  <a:pt x="113188" y="70743"/>
                </a:lnTo>
                <a:lnTo>
                  <a:pt x="123294" y="70743"/>
                </a:lnTo>
                <a:cubicBezTo>
                  <a:pt x="126655" y="70743"/>
                  <a:pt x="129358" y="68039"/>
                  <a:pt x="129358" y="64679"/>
                </a:cubicBezTo>
                <a:cubicBezTo>
                  <a:pt x="129358" y="61319"/>
                  <a:pt x="126655" y="58615"/>
                  <a:pt x="123294" y="58615"/>
                </a:cubicBezTo>
                <a:lnTo>
                  <a:pt x="113188" y="58615"/>
                </a:lnTo>
                <a:lnTo>
                  <a:pt x="113188" y="44467"/>
                </a:lnTo>
                <a:lnTo>
                  <a:pt x="123294" y="44467"/>
                </a:lnTo>
                <a:cubicBezTo>
                  <a:pt x="126655" y="44467"/>
                  <a:pt x="129358" y="41763"/>
                  <a:pt x="129358" y="38403"/>
                </a:cubicBezTo>
                <a:cubicBezTo>
                  <a:pt x="129358" y="35043"/>
                  <a:pt x="126655" y="32340"/>
                  <a:pt x="123294" y="32340"/>
                </a:cubicBezTo>
                <a:lnTo>
                  <a:pt x="113188" y="32340"/>
                </a:lnTo>
                <a:cubicBezTo>
                  <a:pt x="113188" y="23421"/>
                  <a:pt x="105937" y="16170"/>
                  <a:pt x="97019" y="16170"/>
                </a:cubicBezTo>
                <a:lnTo>
                  <a:pt x="97019" y="6064"/>
                </a:lnTo>
                <a:cubicBezTo>
                  <a:pt x="97019" y="2703"/>
                  <a:pt x="94315" y="0"/>
                  <a:pt x="90955" y="0"/>
                </a:cubicBezTo>
                <a:cubicBezTo>
                  <a:pt x="87595" y="0"/>
                  <a:pt x="84891" y="2703"/>
                  <a:pt x="84891" y="6064"/>
                </a:cubicBezTo>
                <a:lnTo>
                  <a:pt x="84891" y="16170"/>
                </a:lnTo>
                <a:lnTo>
                  <a:pt x="70743" y="16170"/>
                </a:lnTo>
                <a:lnTo>
                  <a:pt x="70743" y="6064"/>
                </a:lnTo>
                <a:cubicBezTo>
                  <a:pt x="70743" y="2703"/>
                  <a:pt x="68039" y="0"/>
                  <a:pt x="64679" y="0"/>
                </a:cubicBezTo>
                <a:cubicBezTo>
                  <a:pt x="61319" y="0"/>
                  <a:pt x="58615" y="2703"/>
                  <a:pt x="58615" y="6064"/>
                </a:cubicBezTo>
                <a:lnTo>
                  <a:pt x="58615" y="16170"/>
                </a:lnTo>
                <a:lnTo>
                  <a:pt x="44467" y="16170"/>
                </a:lnTo>
                <a:lnTo>
                  <a:pt x="44467" y="6064"/>
                </a:lnTo>
                <a:close/>
                <a:moveTo>
                  <a:pt x="40424" y="32340"/>
                </a:moveTo>
                <a:lnTo>
                  <a:pt x="88934" y="32340"/>
                </a:lnTo>
                <a:cubicBezTo>
                  <a:pt x="93406" y="32340"/>
                  <a:pt x="97019" y="35952"/>
                  <a:pt x="97019" y="40424"/>
                </a:cubicBezTo>
                <a:lnTo>
                  <a:pt x="97019" y="88934"/>
                </a:lnTo>
                <a:cubicBezTo>
                  <a:pt x="97019" y="93406"/>
                  <a:pt x="93406" y="97019"/>
                  <a:pt x="88934" y="97019"/>
                </a:cubicBezTo>
                <a:lnTo>
                  <a:pt x="40424" y="97019"/>
                </a:lnTo>
                <a:cubicBezTo>
                  <a:pt x="35952" y="97019"/>
                  <a:pt x="32340" y="93406"/>
                  <a:pt x="32340" y="88934"/>
                </a:cubicBezTo>
                <a:lnTo>
                  <a:pt x="32340" y="40424"/>
                </a:lnTo>
                <a:cubicBezTo>
                  <a:pt x="32340" y="35952"/>
                  <a:pt x="35952" y="32340"/>
                  <a:pt x="40424" y="32340"/>
                </a:cubicBezTo>
                <a:close/>
                <a:moveTo>
                  <a:pt x="44467" y="44467"/>
                </a:moveTo>
                <a:lnTo>
                  <a:pt x="44467" y="84891"/>
                </a:lnTo>
                <a:lnTo>
                  <a:pt x="84891" y="84891"/>
                </a:lnTo>
                <a:lnTo>
                  <a:pt x="84891" y="44467"/>
                </a:lnTo>
                <a:lnTo>
                  <a:pt x="44467" y="44467"/>
                </a:ln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6740958" y="1529829"/>
            <a:ext cx="4786249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Hands-on Hardware Experience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740959" y="1746334"/>
            <a:ext cx="4964116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Team members have worked with Arduino, and IoT sensors in previous projects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354716" y="2132791"/>
            <a:ext cx="5319851" cy="549772"/>
          </a:xfrm>
          <a:custGeom>
            <a:rect b="b" l="l" r="r" t="t"/>
            <a:pathLst>
              <a:path extrusionOk="0" h="549772" w="5319851">
                <a:moveTo>
                  <a:pt x="97018" y="0"/>
                </a:moveTo>
                <a:lnTo>
                  <a:pt x="5222833" y="0"/>
                </a:lnTo>
                <a:cubicBezTo>
                  <a:pt x="5276415" y="0"/>
                  <a:pt x="5319851" y="43437"/>
                  <a:pt x="5319851" y="97018"/>
                </a:cubicBezTo>
                <a:lnTo>
                  <a:pt x="5319851" y="452754"/>
                </a:lnTo>
                <a:cubicBezTo>
                  <a:pt x="5319851" y="506335"/>
                  <a:pt x="5276415" y="549772"/>
                  <a:pt x="5222833" y="549772"/>
                </a:cubicBezTo>
                <a:lnTo>
                  <a:pt x="97018" y="549772"/>
                </a:lnTo>
                <a:cubicBezTo>
                  <a:pt x="43437" y="549772"/>
                  <a:pt x="0" y="506335"/>
                  <a:pt x="0" y="452754"/>
                </a:cubicBezTo>
                <a:lnTo>
                  <a:pt x="0" y="97018"/>
                </a:lnTo>
                <a:cubicBezTo>
                  <a:pt x="0" y="43437"/>
                  <a:pt x="43437" y="0"/>
                  <a:pt x="97018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6490327" y="2336531"/>
            <a:ext cx="145528" cy="129358"/>
          </a:xfrm>
          <a:custGeom>
            <a:rect b="b" l="l" r="r" t="t"/>
            <a:pathLst>
              <a:path extrusionOk="0" h="129358" w="145528">
                <a:moveTo>
                  <a:pt x="91157" y="303"/>
                </a:moveTo>
                <a:cubicBezTo>
                  <a:pt x="86862" y="-935"/>
                  <a:pt x="82390" y="1566"/>
                  <a:pt x="81152" y="5862"/>
                </a:cubicBezTo>
                <a:lnTo>
                  <a:pt x="48812" y="119050"/>
                </a:lnTo>
                <a:cubicBezTo>
                  <a:pt x="47574" y="123345"/>
                  <a:pt x="50076" y="127817"/>
                  <a:pt x="54371" y="129055"/>
                </a:cubicBezTo>
                <a:cubicBezTo>
                  <a:pt x="58666" y="130293"/>
                  <a:pt x="63138" y="127792"/>
                  <a:pt x="64376" y="123497"/>
                </a:cubicBezTo>
                <a:lnTo>
                  <a:pt x="96715" y="10308"/>
                </a:lnTo>
                <a:cubicBezTo>
                  <a:pt x="97953" y="6013"/>
                  <a:pt x="95452" y="1541"/>
                  <a:pt x="91157" y="303"/>
                </a:cubicBezTo>
                <a:close/>
                <a:moveTo>
                  <a:pt x="107478" y="34689"/>
                </a:moveTo>
                <a:cubicBezTo>
                  <a:pt x="104320" y="37847"/>
                  <a:pt x="104320" y="42976"/>
                  <a:pt x="107478" y="46134"/>
                </a:cubicBezTo>
                <a:lnTo>
                  <a:pt x="126023" y="64679"/>
                </a:lnTo>
                <a:lnTo>
                  <a:pt x="107478" y="83224"/>
                </a:lnTo>
                <a:cubicBezTo>
                  <a:pt x="104320" y="86382"/>
                  <a:pt x="104320" y="91511"/>
                  <a:pt x="107478" y="94669"/>
                </a:cubicBezTo>
                <a:cubicBezTo>
                  <a:pt x="110637" y="97827"/>
                  <a:pt x="115765" y="97827"/>
                  <a:pt x="118924" y="94669"/>
                </a:cubicBezTo>
                <a:lnTo>
                  <a:pt x="143178" y="70414"/>
                </a:lnTo>
                <a:cubicBezTo>
                  <a:pt x="146336" y="67256"/>
                  <a:pt x="146336" y="62127"/>
                  <a:pt x="143178" y="58969"/>
                </a:cubicBezTo>
                <a:lnTo>
                  <a:pt x="118924" y="34714"/>
                </a:lnTo>
                <a:cubicBezTo>
                  <a:pt x="115765" y="31556"/>
                  <a:pt x="110637" y="31556"/>
                  <a:pt x="107478" y="34714"/>
                </a:cubicBezTo>
                <a:close/>
                <a:moveTo>
                  <a:pt x="38075" y="34689"/>
                </a:moveTo>
                <a:cubicBezTo>
                  <a:pt x="34917" y="31531"/>
                  <a:pt x="29788" y="31531"/>
                  <a:pt x="26630" y="34689"/>
                </a:cubicBezTo>
                <a:lnTo>
                  <a:pt x="2375" y="58944"/>
                </a:lnTo>
                <a:cubicBezTo>
                  <a:pt x="-783" y="62102"/>
                  <a:pt x="-783" y="67231"/>
                  <a:pt x="2375" y="70389"/>
                </a:cubicBezTo>
                <a:lnTo>
                  <a:pt x="26630" y="94644"/>
                </a:lnTo>
                <a:cubicBezTo>
                  <a:pt x="29788" y="97802"/>
                  <a:pt x="34917" y="97802"/>
                  <a:pt x="38075" y="94644"/>
                </a:cubicBezTo>
                <a:cubicBezTo>
                  <a:pt x="41233" y="91485"/>
                  <a:pt x="41233" y="86357"/>
                  <a:pt x="38075" y="83198"/>
                </a:cubicBezTo>
                <a:lnTo>
                  <a:pt x="19530" y="64679"/>
                </a:lnTo>
                <a:lnTo>
                  <a:pt x="38049" y="46134"/>
                </a:lnTo>
                <a:cubicBezTo>
                  <a:pt x="41208" y="42976"/>
                  <a:pt x="41208" y="37847"/>
                  <a:pt x="38049" y="34689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6740959" y="2162706"/>
            <a:ext cx="4163714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AI/ML Development Skills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740959" y="2393125"/>
            <a:ext cx="4568391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Proficient in Python and computer vision algorithms for face recognition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6349552" y="2739953"/>
            <a:ext cx="5319851" cy="549772"/>
          </a:xfrm>
          <a:custGeom>
            <a:rect b="b" l="l" r="r" t="t"/>
            <a:pathLst>
              <a:path extrusionOk="0" h="549772" w="5319851">
                <a:moveTo>
                  <a:pt x="97018" y="0"/>
                </a:moveTo>
                <a:lnTo>
                  <a:pt x="5222833" y="0"/>
                </a:lnTo>
                <a:cubicBezTo>
                  <a:pt x="5276415" y="0"/>
                  <a:pt x="5319851" y="43437"/>
                  <a:pt x="5319851" y="97018"/>
                </a:cubicBezTo>
                <a:lnTo>
                  <a:pt x="5319851" y="452754"/>
                </a:lnTo>
                <a:cubicBezTo>
                  <a:pt x="5319851" y="506335"/>
                  <a:pt x="5276415" y="549772"/>
                  <a:pt x="5222833" y="549772"/>
                </a:cubicBezTo>
                <a:lnTo>
                  <a:pt x="97018" y="549772"/>
                </a:lnTo>
                <a:cubicBezTo>
                  <a:pt x="43437" y="549772"/>
                  <a:pt x="0" y="506335"/>
                  <a:pt x="0" y="452754"/>
                </a:cubicBezTo>
                <a:lnTo>
                  <a:pt x="0" y="97018"/>
                </a:lnTo>
                <a:cubicBezTo>
                  <a:pt x="0" y="43437"/>
                  <a:pt x="43437" y="0"/>
                  <a:pt x="97018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6490327" y="2925649"/>
            <a:ext cx="145528" cy="129358"/>
          </a:xfrm>
          <a:custGeom>
            <a:rect b="b" l="l" r="r" t="t"/>
            <a:pathLst>
              <a:path extrusionOk="0" h="129358" w="145528">
                <a:moveTo>
                  <a:pt x="0" y="48509"/>
                </a:moveTo>
                <a:cubicBezTo>
                  <a:pt x="0" y="39591"/>
                  <a:pt x="7251" y="32340"/>
                  <a:pt x="16170" y="32340"/>
                </a:cubicBezTo>
                <a:lnTo>
                  <a:pt x="32340" y="32340"/>
                </a:lnTo>
                <a:lnTo>
                  <a:pt x="64654" y="3259"/>
                </a:lnTo>
                <a:cubicBezTo>
                  <a:pt x="69277" y="-884"/>
                  <a:pt x="76276" y="-884"/>
                  <a:pt x="80874" y="3259"/>
                </a:cubicBezTo>
                <a:lnTo>
                  <a:pt x="113188" y="32340"/>
                </a:lnTo>
                <a:lnTo>
                  <a:pt x="129358" y="32340"/>
                </a:lnTo>
                <a:cubicBezTo>
                  <a:pt x="138277" y="32340"/>
                  <a:pt x="145528" y="39591"/>
                  <a:pt x="145528" y="48509"/>
                </a:cubicBezTo>
                <a:lnTo>
                  <a:pt x="145528" y="113188"/>
                </a:lnTo>
                <a:cubicBezTo>
                  <a:pt x="145528" y="122107"/>
                  <a:pt x="138277" y="129358"/>
                  <a:pt x="129358" y="129358"/>
                </a:cubicBezTo>
                <a:lnTo>
                  <a:pt x="16170" y="129358"/>
                </a:lnTo>
                <a:cubicBezTo>
                  <a:pt x="7251" y="129358"/>
                  <a:pt x="0" y="122107"/>
                  <a:pt x="0" y="113188"/>
                </a:cubicBezTo>
                <a:lnTo>
                  <a:pt x="0" y="48509"/>
                </a:lnTo>
                <a:close/>
                <a:moveTo>
                  <a:pt x="56594" y="94997"/>
                </a:moveTo>
                <a:lnTo>
                  <a:pt x="56594" y="117231"/>
                </a:lnTo>
                <a:lnTo>
                  <a:pt x="88934" y="117231"/>
                </a:lnTo>
                <a:lnTo>
                  <a:pt x="88934" y="94997"/>
                </a:lnTo>
                <a:cubicBezTo>
                  <a:pt x="88934" y="89414"/>
                  <a:pt x="84411" y="84891"/>
                  <a:pt x="78828" y="84891"/>
                </a:cubicBezTo>
                <a:lnTo>
                  <a:pt x="66700" y="84891"/>
                </a:lnTo>
                <a:cubicBezTo>
                  <a:pt x="61117" y="84891"/>
                  <a:pt x="56594" y="89414"/>
                  <a:pt x="56594" y="94997"/>
                </a:cubicBezTo>
                <a:close/>
                <a:moveTo>
                  <a:pt x="28297" y="97019"/>
                </a:moveTo>
                <a:cubicBezTo>
                  <a:pt x="30520" y="97019"/>
                  <a:pt x="32340" y="95199"/>
                  <a:pt x="32340" y="92976"/>
                </a:cubicBezTo>
                <a:lnTo>
                  <a:pt x="32340" y="84891"/>
                </a:lnTo>
                <a:cubicBezTo>
                  <a:pt x="32340" y="82668"/>
                  <a:pt x="30520" y="80849"/>
                  <a:pt x="28297" y="80849"/>
                </a:cubicBezTo>
                <a:lnTo>
                  <a:pt x="20212" y="80849"/>
                </a:lnTo>
                <a:cubicBezTo>
                  <a:pt x="17989" y="80849"/>
                  <a:pt x="16170" y="82668"/>
                  <a:pt x="16170" y="84891"/>
                </a:cubicBezTo>
                <a:lnTo>
                  <a:pt x="16170" y="92976"/>
                </a:lnTo>
                <a:cubicBezTo>
                  <a:pt x="16170" y="95199"/>
                  <a:pt x="17989" y="97019"/>
                  <a:pt x="20212" y="97019"/>
                </a:cubicBezTo>
                <a:lnTo>
                  <a:pt x="28297" y="97019"/>
                </a:lnTo>
                <a:close/>
                <a:moveTo>
                  <a:pt x="32340" y="60637"/>
                </a:moveTo>
                <a:lnTo>
                  <a:pt x="32340" y="52552"/>
                </a:lnTo>
                <a:cubicBezTo>
                  <a:pt x="32340" y="50328"/>
                  <a:pt x="30520" y="48509"/>
                  <a:pt x="28297" y="48509"/>
                </a:cubicBezTo>
                <a:lnTo>
                  <a:pt x="20212" y="48509"/>
                </a:lnTo>
                <a:cubicBezTo>
                  <a:pt x="17989" y="48509"/>
                  <a:pt x="16170" y="50328"/>
                  <a:pt x="16170" y="52552"/>
                </a:cubicBezTo>
                <a:lnTo>
                  <a:pt x="16170" y="60637"/>
                </a:lnTo>
                <a:cubicBezTo>
                  <a:pt x="16170" y="62860"/>
                  <a:pt x="17989" y="64679"/>
                  <a:pt x="20212" y="64679"/>
                </a:cubicBezTo>
                <a:lnTo>
                  <a:pt x="28297" y="64679"/>
                </a:lnTo>
                <a:cubicBezTo>
                  <a:pt x="30520" y="64679"/>
                  <a:pt x="32340" y="62860"/>
                  <a:pt x="32340" y="60637"/>
                </a:cubicBezTo>
                <a:close/>
                <a:moveTo>
                  <a:pt x="125316" y="97019"/>
                </a:moveTo>
                <a:cubicBezTo>
                  <a:pt x="127539" y="97019"/>
                  <a:pt x="129358" y="95199"/>
                  <a:pt x="129358" y="92976"/>
                </a:cubicBezTo>
                <a:lnTo>
                  <a:pt x="129358" y="84891"/>
                </a:lnTo>
                <a:cubicBezTo>
                  <a:pt x="129358" y="82668"/>
                  <a:pt x="127539" y="80849"/>
                  <a:pt x="125316" y="80849"/>
                </a:cubicBezTo>
                <a:lnTo>
                  <a:pt x="117231" y="80849"/>
                </a:lnTo>
                <a:cubicBezTo>
                  <a:pt x="115007" y="80849"/>
                  <a:pt x="113188" y="82668"/>
                  <a:pt x="113188" y="84891"/>
                </a:cubicBezTo>
                <a:lnTo>
                  <a:pt x="113188" y="92976"/>
                </a:lnTo>
                <a:cubicBezTo>
                  <a:pt x="113188" y="95199"/>
                  <a:pt x="115007" y="97019"/>
                  <a:pt x="117231" y="97019"/>
                </a:cubicBezTo>
                <a:lnTo>
                  <a:pt x="125316" y="97019"/>
                </a:lnTo>
                <a:close/>
                <a:moveTo>
                  <a:pt x="129358" y="60637"/>
                </a:moveTo>
                <a:lnTo>
                  <a:pt x="129358" y="52552"/>
                </a:lnTo>
                <a:cubicBezTo>
                  <a:pt x="129358" y="50328"/>
                  <a:pt x="127539" y="48509"/>
                  <a:pt x="125316" y="48509"/>
                </a:cubicBezTo>
                <a:lnTo>
                  <a:pt x="117231" y="48509"/>
                </a:lnTo>
                <a:cubicBezTo>
                  <a:pt x="115007" y="48509"/>
                  <a:pt x="113188" y="50328"/>
                  <a:pt x="113188" y="52552"/>
                </a:cubicBezTo>
                <a:lnTo>
                  <a:pt x="113188" y="60637"/>
                </a:lnTo>
                <a:cubicBezTo>
                  <a:pt x="113188" y="62860"/>
                  <a:pt x="115007" y="64679"/>
                  <a:pt x="117231" y="64679"/>
                </a:cubicBezTo>
                <a:lnTo>
                  <a:pt x="125316" y="64679"/>
                </a:lnTo>
                <a:cubicBezTo>
                  <a:pt x="127539" y="64679"/>
                  <a:pt x="129358" y="62860"/>
                  <a:pt x="129358" y="60637"/>
                </a:cubicBezTo>
                <a:close/>
                <a:moveTo>
                  <a:pt x="72764" y="64679"/>
                </a:moveTo>
                <a:cubicBezTo>
                  <a:pt x="81688" y="64679"/>
                  <a:pt x="88934" y="57434"/>
                  <a:pt x="88934" y="48509"/>
                </a:cubicBezTo>
                <a:cubicBezTo>
                  <a:pt x="88934" y="39585"/>
                  <a:pt x="81688" y="32340"/>
                  <a:pt x="72764" y="32340"/>
                </a:cubicBezTo>
                <a:cubicBezTo>
                  <a:pt x="63840" y="32340"/>
                  <a:pt x="56594" y="39585"/>
                  <a:pt x="56594" y="48509"/>
                </a:cubicBezTo>
                <a:cubicBezTo>
                  <a:pt x="56594" y="57434"/>
                  <a:pt x="63840" y="64679"/>
                  <a:pt x="72764" y="64679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6708619" y="2828630"/>
            <a:ext cx="4034355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Access to Test Environment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710512" y="3048000"/>
            <a:ext cx="4305456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Network with rural schools through family connections and community outreach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6354714" y="3356168"/>
            <a:ext cx="5319851" cy="549772"/>
          </a:xfrm>
          <a:custGeom>
            <a:rect b="b" l="l" r="r" t="t"/>
            <a:pathLst>
              <a:path extrusionOk="0" h="549772" w="5319851">
                <a:moveTo>
                  <a:pt x="97018" y="0"/>
                </a:moveTo>
                <a:lnTo>
                  <a:pt x="5222833" y="0"/>
                </a:lnTo>
                <a:cubicBezTo>
                  <a:pt x="5276415" y="0"/>
                  <a:pt x="5319851" y="43437"/>
                  <a:pt x="5319851" y="97018"/>
                </a:cubicBezTo>
                <a:lnTo>
                  <a:pt x="5319851" y="452754"/>
                </a:lnTo>
                <a:cubicBezTo>
                  <a:pt x="5319851" y="506335"/>
                  <a:pt x="5276415" y="549772"/>
                  <a:pt x="5222833" y="549772"/>
                </a:cubicBezTo>
                <a:lnTo>
                  <a:pt x="97018" y="549772"/>
                </a:lnTo>
                <a:cubicBezTo>
                  <a:pt x="43437" y="549772"/>
                  <a:pt x="0" y="506335"/>
                  <a:pt x="0" y="452754"/>
                </a:cubicBezTo>
                <a:lnTo>
                  <a:pt x="0" y="97018"/>
                </a:lnTo>
                <a:cubicBezTo>
                  <a:pt x="0" y="43437"/>
                  <a:pt x="43437" y="0"/>
                  <a:pt x="97018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6479506" y="3605857"/>
            <a:ext cx="129358" cy="129358"/>
          </a:xfrm>
          <a:custGeom>
            <a:rect b="b" l="l" r="r" t="t"/>
            <a:pathLst>
              <a:path extrusionOk="0" h="129358" w="129358">
                <a:moveTo>
                  <a:pt x="60889" y="22006"/>
                </a:moveTo>
                <a:lnTo>
                  <a:pt x="64679" y="27236"/>
                </a:lnTo>
                <a:lnTo>
                  <a:pt x="68469" y="22006"/>
                </a:lnTo>
                <a:cubicBezTo>
                  <a:pt x="74785" y="13264"/>
                  <a:pt x="84942" y="8085"/>
                  <a:pt x="95730" y="8085"/>
                </a:cubicBezTo>
                <a:cubicBezTo>
                  <a:pt x="114300" y="8085"/>
                  <a:pt x="129358" y="23143"/>
                  <a:pt x="129358" y="41713"/>
                </a:cubicBezTo>
                <a:lnTo>
                  <a:pt x="129358" y="42370"/>
                </a:lnTo>
                <a:cubicBezTo>
                  <a:pt x="129358" y="70717"/>
                  <a:pt x="94012" y="103638"/>
                  <a:pt x="75568" y="117711"/>
                </a:cubicBezTo>
                <a:cubicBezTo>
                  <a:pt x="72435" y="120086"/>
                  <a:pt x="68595" y="121273"/>
                  <a:pt x="64679" y="121273"/>
                </a:cubicBezTo>
                <a:cubicBezTo>
                  <a:pt x="60763" y="121273"/>
                  <a:pt x="56897" y="120111"/>
                  <a:pt x="53790" y="117711"/>
                </a:cubicBezTo>
                <a:cubicBezTo>
                  <a:pt x="35346" y="103638"/>
                  <a:pt x="0" y="70717"/>
                  <a:pt x="0" y="42370"/>
                </a:cubicBezTo>
                <a:lnTo>
                  <a:pt x="0" y="41713"/>
                </a:lnTo>
                <a:cubicBezTo>
                  <a:pt x="0" y="23143"/>
                  <a:pt x="15058" y="8085"/>
                  <a:pt x="33628" y="8085"/>
                </a:cubicBezTo>
                <a:cubicBezTo>
                  <a:pt x="44416" y="8085"/>
                  <a:pt x="54573" y="13264"/>
                  <a:pt x="60889" y="22006"/>
                </a:cubicBezTo>
                <a:close/>
              </a:path>
            </a:pathLst>
          </a:custGeom>
          <a:solidFill>
            <a:srgbClr val="00A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710512" y="3492668"/>
            <a:ext cx="4244562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Genuine Passion for Impact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6719251" y="3679703"/>
            <a:ext cx="4807956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91">
                <a:solidFill>
                  <a:srgbClr val="4A5565"/>
                </a:solidFill>
                <a:latin typeface="Arial"/>
                <a:ea typeface="Arial"/>
                <a:cs typeface="Arial"/>
                <a:sym typeface="Arial"/>
              </a:rPr>
              <a:t>Team is committed to solving real problems in rural education, not just building tech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6207357" y="4236477"/>
            <a:ext cx="5659416" cy="2296106"/>
          </a:xfrm>
          <a:custGeom>
            <a:rect b="b" l="l" r="r" t="t"/>
            <a:pathLst>
              <a:path extrusionOk="0" h="2296106" w="5659416">
                <a:moveTo>
                  <a:pt x="32340" y="0"/>
                </a:moveTo>
                <a:lnTo>
                  <a:pt x="5530054" y="0"/>
                </a:lnTo>
                <a:cubicBezTo>
                  <a:pt x="5601499" y="0"/>
                  <a:pt x="5659416" y="57918"/>
                  <a:pt x="5659416" y="129363"/>
                </a:cubicBezTo>
                <a:lnTo>
                  <a:pt x="5659416" y="2166743"/>
                </a:lnTo>
                <a:cubicBezTo>
                  <a:pt x="5659416" y="2238188"/>
                  <a:pt x="5601499" y="2296106"/>
                  <a:pt x="5530054" y="2296106"/>
                </a:cubicBezTo>
                <a:lnTo>
                  <a:pt x="32340" y="2296106"/>
                </a:lnTo>
                <a:cubicBezTo>
                  <a:pt x="14479" y="2296106"/>
                  <a:pt x="0" y="2281627"/>
                  <a:pt x="0" y="2263767"/>
                </a:cubicBezTo>
                <a:lnTo>
                  <a:pt x="0" y="32340"/>
                </a:lnTo>
                <a:cubicBezTo>
                  <a:pt x="0" y="14479"/>
                  <a:pt x="14479" y="0"/>
                  <a:pt x="323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21273" rotWithShape="0" algn="bl" dir="5400000" dist="80849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6207357" y="4236477"/>
            <a:ext cx="32340" cy="2296106"/>
          </a:xfrm>
          <a:custGeom>
            <a:rect b="b" l="l" r="r" t="t"/>
            <a:pathLst>
              <a:path extrusionOk="0" h="2296106" w="32340">
                <a:moveTo>
                  <a:pt x="32340" y="0"/>
                </a:moveTo>
                <a:lnTo>
                  <a:pt x="32340" y="0"/>
                </a:lnTo>
                <a:lnTo>
                  <a:pt x="32340" y="2296106"/>
                </a:lnTo>
                <a:lnTo>
                  <a:pt x="32340" y="2296106"/>
                </a:lnTo>
                <a:cubicBezTo>
                  <a:pt x="14479" y="2296106"/>
                  <a:pt x="0" y="2281627"/>
                  <a:pt x="0" y="2263767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6385224" y="4398175"/>
            <a:ext cx="323395" cy="323395"/>
          </a:xfrm>
          <a:custGeom>
            <a:rect b="b" l="l" r="r" t="t"/>
            <a:pathLst>
              <a:path extrusionOk="0" h="323395" w="323395">
                <a:moveTo>
                  <a:pt x="161698" y="0"/>
                </a:moveTo>
                <a:lnTo>
                  <a:pt x="161698" y="0"/>
                </a:lnTo>
                <a:cubicBezTo>
                  <a:pt x="250941" y="0"/>
                  <a:pt x="323395" y="72454"/>
                  <a:pt x="323395" y="161698"/>
                </a:cubicBezTo>
                <a:lnTo>
                  <a:pt x="323395" y="161698"/>
                </a:lnTo>
                <a:cubicBezTo>
                  <a:pt x="323395" y="250941"/>
                  <a:pt x="250941" y="323395"/>
                  <a:pt x="161698" y="323395"/>
                </a:cubicBezTo>
                <a:lnTo>
                  <a:pt x="161698" y="323395"/>
                </a:lnTo>
                <a:cubicBezTo>
                  <a:pt x="72454" y="323395"/>
                  <a:pt x="0" y="250941"/>
                  <a:pt x="0" y="161698"/>
                </a:cubicBezTo>
                <a:lnTo>
                  <a:pt x="0" y="161698"/>
                </a:lnTo>
                <a:cubicBezTo>
                  <a:pt x="0" y="72454"/>
                  <a:pt x="72454" y="0"/>
                  <a:pt x="161698" y="0"/>
                </a:cubicBezTo>
                <a:close/>
              </a:path>
            </a:pathLst>
          </a:custGeom>
          <a:solidFill>
            <a:srgbClr val="FFED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6476179" y="4487109"/>
            <a:ext cx="145528" cy="145528"/>
          </a:xfrm>
          <a:custGeom>
            <a:rect b="b" l="l" r="r" t="t"/>
            <a:pathLst>
              <a:path extrusionOk="0" h="145528" w="145528">
                <a:moveTo>
                  <a:pt x="63640" y="9095"/>
                </a:moveTo>
                <a:lnTo>
                  <a:pt x="41981" y="9095"/>
                </a:lnTo>
                <a:cubicBezTo>
                  <a:pt x="33625" y="9095"/>
                  <a:pt x="26320" y="14809"/>
                  <a:pt x="24330" y="22909"/>
                </a:cubicBezTo>
                <a:lnTo>
                  <a:pt x="398" y="119520"/>
                </a:lnTo>
                <a:cubicBezTo>
                  <a:pt x="-1734" y="128104"/>
                  <a:pt x="4775" y="136432"/>
                  <a:pt x="13643" y="136432"/>
                </a:cubicBezTo>
                <a:lnTo>
                  <a:pt x="63640" y="136432"/>
                </a:lnTo>
                <a:lnTo>
                  <a:pt x="63640" y="118241"/>
                </a:lnTo>
                <a:cubicBezTo>
                  <a:pt x="63640" y="113210"/>
                  <a:pt x="67705" y="109146"/>
                  <a:pt x="72736" y="109146"/>
                </a:cubicBezTo>
                <a:cubicBezTo>
                  <a:pt x="77766" y="109146"/>
                  <a:pt x="81831" y="113210"/>
                  <a:pt x="81831" y="118241"/>
                </a:cubicBezTo>
                <a:lnTo>
                  <a:pt x="81831" y="136432"/>
                </a:lnTo>
                <a:lnTo>
                  <a:pt x="131885" y="136432"/>
                </a:lnTo>
                <a:cubicBezTo>
                  <a:pt x="140753" y="136432"/>
                  <a:pt x="147262" y="128104"/>
                  <a:pt x="145130" y="119520"/>
                </a:cubicBezTo>
                <a:lnTo>
                  <a:pt x="121226" y="22909"/>
                </a:lnTo>
                <a:cubicBezTo>
                  <a:pt x="119208" y="14809"/>
                  <a:pt x="111931" y="9095"/>
                  <a:pt x="103546" y="9095"/>
                </a:cubicBezTo>
                <a:lnTo>
                  <a:pt x="81831" y="9095"/>
                </a:lnTo>
                <a:lnTo>
                  <a:pt x="81831" y="27286"/>
                </a:lnTo>
                <a:cubicBezTo>
                  <a:pt x="81831" y="32317"/>
                  <a:pt x="77766" y="36382"/>
                  <a:pt x="72736" y="36382"/>
                </a:cubicBezTo>
                <a:cubicBezTo>
                  <a:pt x="67705" y="36382"/>
                  <a:pt x="63640" y="32317"/>
                  <a:pt x="63640" y="27286"/>
                </a:cubicBezTo>
                <a:lnTo>
                  <a:pt x="63640" y="9095"/>
                </a:lnTo>
                <a:close/>
                <a:moveTo>
                  <a:pt x="81831" y="63668"/>
                </a:moveTo>
                <a:lnTo>
                  <a:pt x="81831" y="81859"/>
                </a:lnTo>
                <a:cubicBezTo>
                  <a:pt x="81831" y="86890"/>
                  <a:pt x="77766" y="90955"/>
                  <a:pt x="72736" y="90955"/>
                </a:cubicBezTo>
                <a:cubicBezTo>
                  <a:pt x="67705" y="90955"/>
                  <a:pt x="63640" y="86890"/>
                  <a:pt x="63640" y="81859"/>
                </a:cubicBezTo>
                <a:lnTo>
                  <a:pt x="63640" y="63668"/>
                </a:lnTo>
                <a:cubicBezTo>
                  <a:pt x="63640" y="58637"/>
                  <a:pt x="67705" y="54573"/>
                  <a:pt x="72736" y="54573"/>
                </a:cubicBezTo>
                <a:cubicBezTo>
                  <a:pt x="77766" y="54573"/>
                  <a:pt x="81831" y="58637"/>
                  <a:pt x="81831" y="63668"/>
                </a:cubicBezTo>
                <a:close/>
              </a:path>
            </a:pathLst>
          </a:custGeom>
          <a:solidFill>
            <a:srgbClr val="F54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6805638" y="4446684"/>
            <a:ext cx="2538653" cy="226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3">
                <a:solidFill>
                  <a:srgbClr val="101828"/>
                </a:solidFill>
                <a:latin typeface="Noto Sans SC"/>
                <a:ea typeface="Noto Sans SC"/>
                <a:cs typeface="Noto Sans SC"/>
                <a:sym typeface="Noto Sans SC"/>
              </a:rPr>
              <a:t>PATH FROM PoC TO REAL USE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6385224" y="4818589"/>
            <a:ext cx="258716" cy="258716"/>
          </a:xfrm>
          <a:custGeom>
            <a:rect b="b" l="l" r="r" t="t"/>
            <a:pathLst>
              <a:path extrusionOk="0" h="258716" w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356927" y="4818589"/>
            <a:ext cx="315310" cy="2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740958" y="4850928"/>
            <a:ext cx="3190441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Phase 1:</a:t>
            </a:r>
            <a:r>
              <a:rPr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 Partner with 5 pilot rural schools for testing.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6385224" y="5141984"/>
            <a:ext cx="258716" cy="258716"/>
          </a:xfrm>
          <a:custGeom>
            <a:rect b="b" l="l" r="r" t="t"/>
            <a:pathLst>
              <a:path extrusionOk="0" h="258716" w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6356927" y="5141984"/>
            <a:ext cx="315310" cy="2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740959" y="5174324"/>
            <a:ext cx="3431741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Phase 2:</a:t>
            </a:r>
            <a:r>
              <a:rPr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 Refine based on teacher and student feedback.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6385224" y="5465379"/>
            <a:ext cx="258716" cy="258716"/>
          </a:xfrm>
          <a:custGeom>
            <a:rect b="b" l="l" r="r" t="t"/>
            <a:pathLst>
              <a:path extrusionOk="0" h="258716" w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"/>
          <p:cNvSpPr/>
          <p:nvPr/>
        </p:nvSpPr>
        <p:spPr>
          <a:xfrm>
            <a:off x="6356927" y="5465379"/>
            <a:ext cx="315310" cy="2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6740959" y="5497719"/>
            <a:ext cx="3901641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Phase 3:</a:t>
            </a:r>
            <a:r>
              <a:rPr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 Scale to district level through government partnerships.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6385224" y="5788775"/>
            <a:ext cx="258716" cy="258716"/>
          </a:xfrm>
          <a:custGeom>
            <a:rect b="b" l="l" r="r" t="t"/>
            <a:pathLst>
              <a:path extrusionOk="0" h="258716" w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6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6356927" y="5788775"/>
            <a:ext cx="315310" cy="2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740959" y="5821113"/>
            <a:ext cx="4276902" cy="19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Phase 4:</a:t>
            </a:r>
            <a:r>
              <a:rPr lang="en-US" sz="1018">
                <a:solidFill>
                  <a:srgbClr val="364153"/>
                </a:solidFill>
                <a:latin typeface="Arial"/>
                <a:ea typeface="Arial"/>
                <a:cs typeface="Arial"/>
                <a:sym typeface="Arial"/>
              </a:rPr>
              <a:t> Integrate with government education initiatives (Digital India).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323395" y="6573008"/>
            <a:ext cx="2360785" cy="161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lang="en-US" sz="9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N25C01A0178 </a:t>
            </a:r>
            <a:r>
              <a:rPr lang="en-US" sz="849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| Problem ID: MC-11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2026-03-01T12:20:41Z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{"Label":"AutoMark Rural: Smart School Attendance System","ContentProducer":"001191110108MACG2KBH8F10000","ProduceID":"19ca9572-6f62-85bf-8000-0000959e5dae","ReservedCode1":"","ContentPropagator":"001191110108MACG2KBH8F20000","PropagateID":"19ca9572-6f62-</vt:lpwstr>
  </property>
</Properties>
</file>